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tags/tag5.xml" ContentType="application/vnd.openxmlformats-officedocument.presentationml.tag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tags/tag6.xml" ContentType="application/vnd.openxmlformats-officedocument.presentationml.tags+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compatMode="1" saveSubsetFonts="1">
  <p:sldMasterIdLst>
    <p:sldMasterId id="2147483648" r:id="rId1"/>
  </p:sldMasterIdLst>
  <p:notesMasterIdLst>
    <p:notesMasterId r:id="rId22"/>
  </p:notesMasterIdLst>
  <p:handoutMasterIdLst>
    <p:handoutMasterId r:id="rId23"/>
  </p:handoutMasterIdLst>
  <p:sldIdLst>
    <p:sldId id="648" r:id="rId2"/>
    <p:sldId id="554" r:id="rId3"/>
    <p:sldId id="555" r:id="rId4"/>
    <p:sldId id="654" r:id="rId5"/>
    <p:sldId id="660" r:id="rId6"/>
    <p:sldId id="646" r:id="rId7"/>
    <p:sldId id="645" r:id="rId8"/>
    <p:sldId id="647" r:id="rId9"/>
    <p:sldId id="556" r:id="rId10"/>
    <p:sldId id="656" r:id="rId11"/>
    <p:sldId id="657" r:id="rId12"/>
    <p:sldId id="650" r:id="rId13"/>
    <p:sldId id="651" r:id="rId14"/>
    <p:sldId id="659" r:id="rId15"/>
    <p:sldId id="652" r:id="rId16"/>
    <p:sldId id="558" r:id="rId17"/>
    <p:sldId id="658" r:id="rId18"/>
    <p:sldId id="653" r:id="rId19"/>
    <p:sldId id="661" r:id="rId20"/>
    <p:sldId id="655" r:id="rId21"/>
  </p:sldIdLst>
  <p:sldSz cx="9144000" cy="5715000" type="screen16x10"/>
  <p:notesSz cx="6858000" cy="9144000"/>
  <p:custDataLst>
    <p:tags r:id="rId24"/>
  </p:custDataLst>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2978" autoAdjust="0"/>
    <p:restoredTop sz="94795" autoAdjust="0"/>
  </p:normalViewPr>
  <p:slideViewPr>
    <p:cSldViewPr>
      <p:cViewPr varScale="1">
        <p:scale>
          <a:sx n="144" d="100"/>
          <a:sy n="144" d="100"/>
        </p:scale>
        <p:origin x="1080" y="192"/>
      </p:cViewPr>
      <p:guideLst>
        <p:guide orient="horz" pos="1800"/>
        <p:guide pos="2880"/>
      </p:guideLst>
    </p:cSldViewPr>
  </p:slideViewPr>
  <p:outlineViewPr>
    <p:cViewPr>
      <p:scale>
        <a:sx n="33" d="100"/>
        <a:sy n="33" d="100"/>
      </p:scale>
      <p:origin x="0" y="23856"/>
    </p:cViewPr>
  </p:outlineViewPr>
  <p:notesTextViewPr>
    <p:cViewPr>
      <p:scale>
        <a:sx n="1" d="1"/>
        <a:sy n="1" d="1"/>
      </p:scale>
      <p:origin x="0" y="0"/>
    </p:cViewPr>
  </p:notesTextViewPr>
  <p:sorterViewPr>
    <p:cViewPr>
      <p:scale>
        <a:sx n="100" d="100"/>
        <a:sy n="100" d="100"/>
      </p:scale>
      <p:origin x="0" y="4518"/>
    </p:cViewPr>
  </p:sorterViewPr>
  <p:notesViewPr>
    <p:cSldViewPr>
      <p:cViewPr varScale="1">
        <p:scale>
          <a:sx n="57" d="100"/>
          <a:sy n="57" d="100"/>
        </p:scale>
        <p:origin x="-1458" y="-90"/>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gs" Target="tags/tag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54F0C4B-F06C-0E6F-B8F5-CD14932CA5E5}"/>
              </a:ext>
            </a:extLst>
          </p:cNvPr>
          <p:cNvSpPr>
            <a:spLocks noGrp="1"/>
          </p:cNvSpPr>
          <p:nvPr>
            <p:ph type="hdr" sz="quarter"/>
          </p:nvPr>
        </p:nvSpPr>
        <p:spPr>
          <a:xfrm>
            <a:off x="0" y="0"/>
            <a:ext cx="2971800" cy="458788"/>
          </a:xfrm>
          <a:prstGeom prst="rect">
            <a:avLst/>
          </a:prstGeom>
        </p:spPr>
        <p:txBody>
          <a:bodyPr vert="horz" wrap="square" lIns="91440" tIns="45720" rIns="91440" bIns="45720" numCol="1" anchor="t" anchorCtr="0" compatLnSpc="1">
            <a:prstTxWarp prst="textNoShape">
              <a:avLst/>
            </a:prstTxWarp>
          </a:bodyPr>
          <a:lstStyle>
            <a:lvl1pPr>
              <a:defRPr sz="1200"/>
            </a:lvl1pPr>
          </a:lstStyle>
          <a:p>
            <a:pPr>
              <a:defRPr/>
            </a:pPr>
            <a:endParaRPr lang="en-US" altLang="en-US"/>
          </a:p>
        </p:txBody>
      </p:sp>
      <p:sp>
        <p:nvSpPr>
          <p:cNvPr id="3" name="Date Placeholder 2">
            <a:extLst>
              <a:ext uri="{FF2B5EF4-FFF2-40B4-BE49-F238E27FC236}">
                <a16:creationId xmlns:a16="http://schemas.microsoft.com/office/drawing/2014/main" id="{18DB0422-2232-A6D8-50CE-62C9108DAACB}"/>
              </a:ext>
            </a:extLst>
          </p:cNvPr>
          <p:cNvSpPr>
            <a:spLocks noGrp="1"/>
          </p:cNvSpPr>
          <p:nvPr>
            <p:ph type="dt" sz="quarter" idx="1"/>
          </p:nvPr>
        </p:nvSpPr>
        <p:spPr>
          <a:xfrm>
            <a:off x="3884613" y="0"/>
            <a:ext cx="2971800" cy="458788"/>
          </a:xfrm>
          <a:prstGeom prst="rect">
            <a:avLst/>
          </a:prstGeom>
        </p:spPr>
        <p:txBody>
          <a:bodyPr vert="horz" wrap="square" lIns="91440" tIns="45720" rIns="91440" bIns="45720" numCol="1" anchor="t" anchorCtr="0" compatLnSpc="1">
            <a:prstTxWarp prst="textNoShape">
              <a:avLst/>
            </a:prstTxWarp>
          </a:bodyPr>
          <a:lstStyle>
            <a:lvl1pPr algn="r">
              <a:defRPr sz="1200"/>
            </a:lvl1pPr>
          </a:lstStyle>
          <a:p>
            <a:pPr>
              <a:defRPr/>
            </a:pPr>
            <a:fld id="{0E9EA301-A73A-664E-9DE0-DD30850F9933}" type="datetimeFigureOut">
              <a:rPr lang="en-US" altLang="en-US"/>
              <a:pPr>
                <a:defRPr/>
              </a:pPr>
              <a:t>10/15/26</a:t>
            </a:fld>
            <a:endParaRPr lang="en-US" altLang="en-US"/>
          </a:p>
        </p:txBody>
      </p:sp>
      <p:sp>
        <p:nvSpPr>
          <p:cNvPr id="4" name="Footer Placeholder 3">
            <a:extLst>
              <a:ext uri="{FF2B5EF4-FFF2-40B4-BE49-F238E27FC236}">
                <a16:creationId xmlns:a16="http://schemas.microsoft.com/office/drawing/2014/main" id="{83F41972-9041-2B2B-2DDD-1351CA9C3B80}"/>
              </a:ext>
            </a:extLst>
          </p:cNvPr>
          <p:cNvSpPr>
            <a:spLocks noGrp="1"/>
          </p:cNvSpPr>
          <p:nvPr>
            <p:ph type="ftr" sz="quarter" idx="2"/>
          </p:nvPr>
        </p:nvSpPr>
        <p:spPr>
          <a:xfrm>
            <a:off x="0" y="8685213"/>
            <a:ext cx="2971800" cy="458787"/>
          </a:xfrm>
          <a:prstGeom prst="rect">
            <a:avLst/>
          </a:prstGeom>
        </p:spPr>
        <p:txBody>
          <a:bodyPr vert="horz" wrap="square" lIns="91440" tIns="45720" rIns="91440" bIns="45720" numCol="1" anchor="b" anchorCtr="0" compatLnSpc="1">
            <a:prstTxWarp prst="textNoShape">
              <a:avLst/>
            </a:prstTxWarp>
          </a:bodyPr>
          <a:lstStyle>
            <a:lvl1pPr>
              <a:defRPr sz="1200"/>
            </a:lvl1pPr>
          </a:lstStyle>
          <a:p>
            <a:pPr>
              <a:defRPr/>
            </a:pPr>
            <a:endParaRPr lang="en-US" altLang="en-US"/>
          </a:p>
        </p:txBody>
      </p:sp>
      <p:sp>
        <p:nvSpPr>
          <p:cNvPr id="5" name="Slide Number Placeholder 4">
            <a:extLst>
              <a:ext uri="{FF2B5EF4-FFF2-40B4-BE49-F238E27FC236}">
                <a16:creationId xmlns:a16="http://schemas.microsoft.com/office/drawing/2014/main" id="{646CC9A7-EB62-ACE0-016F-7A3080852A67}"/>
              </a:ext>
            </a:extLst>
          </p:cNvPr>
          <p:cNvSpPr>
            <a:spLocks noGrp="1"/>
          </p:cNvSpPr>
          <p:nvPr>
            <p:ph type="sldNum" sz="quarter" idx="3"/>
          </p:nvPr>
        </p:nvSpPr>
        <p:spPr>
          <a:xfrm>
            <a:off x="3884613" y="8685213"/>
            <a:ext cx="2971800" cy="458787"/>
          </a:xfrm>
          <a:prstGeom prst="rect">
            <a:avLst/>
          </a:prstGeom>
        </p:spPr>
        <p:txBody>
          <a:bodyPr vert="horz" wrap="square" lIns="91440" tIns="45720" rIns="91440" bIns="45720" numCol="1" anchor="b" anchorCtr="0" compatLnSpc="1">
            <a:prstTxWarp prst="textNoShape">
              <a:avLst/>
            </a:prstTxWarp>
          </a:bodyPr>
          <a:lstStyle>
            <a:lvl1pPr algn="r">
              <a:defRPr sz="1200"/>
            </a:lvl1pPr>
          </a:lstStyle>
          <a:p>
            <a:pPr>
              <a:defRPr/>
            </a:pPr>
            <a:fld id="{C0DAD17D-106D-A443-A615-34BC33E2D128}"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03214F15-A29B-5D18-B41B-F78ED53F436D}"/>
              </a:ext>
            </a:extLst>
          </p:cNvPr>
          <p:cNvSpPr>
            <a:spLocks noGrp="1"/>
          </p:cNvSpPr>
          <p:nvPr>
            <p:ph type="hdr" sz="quarter"/>
          </p:nvPr>
        </p:nvSpPr>
        <p:spPr>
          <a:xfrm>
            <a:off x="0" y="0"/>
            <a:ext cx="2971800" cy="457200"/>
          </a:xfrm>
          <a:prstGeom prst="rect">
            <a:avLst/>
          </a:prstGeom>
        </p:spPr>
        <p:txBody>
          <a:bodyPr vert="horz" wrap="square" lIns="91440" tIns="45720" rIns="91440" bIns="45720" numCol="1" anchor="t" anchorCtr="0" compatLnSpc="1">
            <a:prstTxWarp prst="textNoShape">
              <a:avLst/>
            </a:prstTxWarp>
          </a:bodyPr>
          <a:lstStyle>
            <a:lvl1pPr eaLnBrk="1" hangingPunct="1">
              <a:defRPr sz="1200"/>
            </a:lvl1pPr>
          </a:lstStyle>
          <a:p>
            <a:pPr>
              <a:defRPr/>
            </a:pPr>
            <a:endParaRPr lang="en-GB" altLang="en-US"/>
          </a:p>
        </p:txBody>
      </p:sp>
      <p:sp>
        <p:nvSpPr>
          <p:cNvPr id="3" name="Date Placeholder 2">
            <a:extLst>
              <a:ext uri="{FF2B5EF4-FFF2-40B4-BE49-F238E27FC236}">
                <a16:creationId xmlns:a16="http://schemas.microsoft.com/office/drawing/2014/main" id="{CD9ABF37-271F-AE86-6775-86459B19F680}"/>
              </a:ext>
            </a:extLst>
          </p:cNvPr>
          <p:cNvSpPr>
            <a:spLocks noGrp="1"/>
          </p:cNvSpPr>
          <p:nvPr>
            <p:ph type="dt"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vl1pPr>
          </a:lstStyle>
          <a:p>
            <a:pPr>
              <a:defRPr/>
            </a:pPr>
            <a:fld id="{6F44BC69-EE2E-544B-8980-DDD977D0F025}" type="datetimeFigureOut">
              <a:rPr lang="en-GB" altLang="en-US"/>
              <a:pPr>
                <a:defRPr/>
              </a:pPr>
              <a:t>15/10/2026</a:t>
            </a:fld>
            <a:endParaRPr lang="en-GB" altLang="en-US"/>
          </a:p>
        </p:txBody>
      </p:sp>
      <p:sp>
        <p:nvSpPr>
          <p:cNvPr id="4" name="Slide Image Placeholder 3">
            <a:extLst>
              <a:ext uri="{FF2B5EF4-FFF2-40B4-BE49-F238E27FC236}">
                <a16:creationId xmlns:a16="http://schemas.microsoft.com/office/drawing/2014/main" id="{E9D904BA-A3EF-190E-AD27-F274DB2FC106}"/>
              </a:ext>
            </a:extLst>
          </p:cNvPr>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pPr lvl="0"/>
            <a:endParaRPr lang="en-GB" noProof="0"/>
          </a:p>
        </p:txBody>
      </p:sp>
      <p:sp>
        <p:nvSpPr>
          <p:cNvPr id="5" name="Notes Placeholder 4">
            <a:extLst>
              <a:ext uri="{FF2B5EF4-FFF2-40B4-BE49-F238E27FC236}">
                <a16:creationId xmlns:a16="http://schemas.microsoft.com/office/drawing/2014/main" id="{8534A7D0-18AF-E328-8E1C-FBF47187F2FE}"/>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GB" noProof="0"/>
          </a:p>
        </p:txBody>
      </p:sp>
      <p:sp>
        <p:nvSpPr>
          <p:cNvPr id="6" name="Footer Placeholder 5">
            <a:extLst>
              <a:ext uri="{FF2B5EF4-FFF2-40B4-BE49-F238E27FC236}">
                <a16:creationId xmlns:a16="http://schemas.microsoft.com/office/drawing/2014/main" id="{C6B3AD4C-C9C8-1A2A-3D09-7F45C94F5108}"/>
              </a:ext>
            </a:extLst>
          </p:cNvPr>
          <p:cNvSpPr>
            <a:spLocks noGrp="1"/>
          </p:cNvSpPr>
          <p:nvPr>
            <p:ph type="ftr" sz="quarter" idx="4"/>
          </p:nvPr>
        </p:nvSpPr>
        <p:spPr>
          <a:xfrm>
            <a:off x="0" y="8685213"/>
            <a:ext cx="29718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200"/>
            </a:lvl1pPr>
          </a:lstStyle>
          <a:p>
            <a:pPr>
              <a:defRPr/>
            </a:pPr>
            <a:endParaRPr lang="en-GB" altLang="en-US"/>
          </a:p>
        </p:txBody>
      </p:sp>
      <p:sp>
        <p:nvSpPr>
          <p:cNvPr id="7" name="Slide Number Placeholder 6">
            <a:extLst>
              <a:ext uri="{FF2B5EF4-FFF2-40B4-BE49-F238E27FC236}">
                <a16:creationId xmlns:a16="http://schemas.microsoft.com/office/drawing/2014/main" id="{F8DFEEA0-A47F-0D44-BD90-1C092C139913}"/>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9363A21C-5C54-DE45-9627-AF0E22740C30}"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9" name="Slide Image Placeholder 1">
            <a:extLst>
              <a:ext uri="{FF2B5EF4-FFF2-40B4-BE49-F238E27FC236}">
                <a16:creationId xmlns:a16="http://schemas.microsoft.com/office/drawing/2014/main" id="{E4077A02-3216-0F75-DC3D-DE96209F3B8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7410" name="Notes Placeholder 2">
            <a:extLst>
              <a:ext uri="{FF2B5EF4-FFF2-40B4-BE49-F238E27FC236}">
                <a16:creationId xmlns:a16="http://schemas.microsoft.com/office/drawing/2014/main" id="{E0F0B4C9-A8CC-81C9-E35C-6815686ED47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7411" name="Slide Number Placeholder 3">
            <a:extLst>
              <a:ext uri="{FF2B5EF4-FFF2-40B4-BE49-F238E27FC236}">
                <a16:creationId xmlns:a16="http://schemas.microsoft.com/office/drawing/2014/main" id="{99972F73-0C1E-21EA-1AE9-7DA4D195E9C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20DA5518-A0D6-6E43-870E-BD228DD97630}" type="slidenum">
              <a:rPr lang="en-GB" altLang="en-US" smtClean="0"/>
              <a:pPr/>
              <a:t>1</a:t>
            </a:fld>
            <a:endParaRPr lang="en-GB"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7" name="Slide Image Placeholder 1">
            <a:extLst>
              <a:ext uri="{FF2B5EF4-FFF2-40B4-BE49-F238E27FC236}">
                <a16:creationId xmlns:a16="http://schemas.microsoft.com/office/drawing/2014/main" id="{01011370-02A4-6B21-651B-FD533D547F6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9458" name="Notes Placeholder 2">
            <a:extLst>
              <a:ext uri="{FF2B5EF4-FFF2-40B4-BE49-F238E27FC236}">
                <a16:creationId xmlns:a16="http://schemas.microsoft.com/office/drawing/2014/main" id="{5730F5ED-A73B-A492-75CF-ECB2CC27E6E5}"/>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19459" name="Slide Number Placeholder 3">
            <a:extLst>
              <a:ext uri="{FF2B5EF4-FFF2-40B4-BE49-F238E27FC236}">
                <a16:creationId xmlns:a16="http://schemas.microsoft.com/office/drawing/2014/main" id="{3CC7E38D-6091-A30D-ADB7-1B53A57FCFD7}"/>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02E00CAE-8118-7E43-8792-2810A4D9ADF9}" type="slidenum">
              <a:rPr lang="en-GB" altLang="en-US" smtClean="0"/>
              <a:pPr/>
              <a:t>2</a:t>
            </a:fld>
            <a:endParaRPr lang="en-GB"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Slide Image Placeholder 1">
            <a:extLst>
              <a:ext uri="{FF2B5EF4-FFF2-40B4-BE49-F238E27FC236}">
                <a16:creationId xmlns:a16="http://schemas.microsoft.com/office/drawing/2014/main" id="{7E695182-8504-6D10-F210-954379CAE35E}"/>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1506" name="Notes Placeholder 2">
            <a:extLst>
              <a:ext uri="{FF2B5EF4-FFF2-40B4-BE49-F238E27FC236}">
                <a16:creationId xmlns:a16="http://schemas.microsoft.com/office/drawing/2014/main" id="{EF00F2E6-9DB1-DABE-EF97-396F7DF36369}"/>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1507" name="Slide Number Placeholder 3">
            <a:extLst>
              <a:ext uri="{FF2B5EF4-FFF2-40B4-BE49-F238E27FC236}">
                <a16:creationId xmlns:a16="http://schemas.microsoft.com/office/drawing/2014/main" id="{7C684F66-FA5C-5906-A24C-3F87965EBCB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CBC7189E-E328-184B-8B4A-1918C30C0775}" type="slidenum">
              <a:rPr lang="en-GB" altLang="en-US" smtClean="0"/>
              <a:pPr/>
              <a:t>3</a:t>
            </a:fld>
            <a:endParaRPr lang="en-GB"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Slide Image Placeholder 1">
            <a:extLst>
              <a:ext uri="{FF2B5EF4-FFF2-40B4-BE49-F238E27FC236}">
                <a16:creationId xmlns:a16="http://schemas.microsoft.com/office/drawing/2014/main" id="{BEAA6627-B958-4EAA-D3E1-C80131754B2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3554" name="Notes Placeholder 2">
            <a:extLst>
              <a:ext uri="{FF2B5EF4-FFF2-40B4-BE49-F238E27FC236}">
                <a16:creationId xmlns:a16="http://schemas.microsoft.com/office/drawing/2014/main" id="{42F99CA1-D0AC-9876-3EB0-A78FEBB61B3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3555" name="Slide Number Placeholder 3">
            <a:extLst>
              <a:ext uri="{FF2B5EF4-FFF2-40B4-BE49-F238E27FC236}">
                <a16:creationId xmlns:a16="http://schemas.microsoft.com/office/drawing/2014/main" id="{66707150-3E80-87E1-BE85-C03969CE5BA5}"/>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23E68DF8-E9EA-2F42-A3DF-F7AE7B5943DE}" type="slidenum">
              <a:rPr lang="en-GB" altLang="en-US" smtClean="0"/>
              <a:pPr/>
              <a:t>4</a:t>
            </a:fld>
            <a:endParaRPr lang="en-GB"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Slide Image Placeholder 1">
            <a:extLst>
              <a:ext uri="{FF2B5EF4-FFF2-40B4-BE49-F238E27FC236}">
                <a16:creationId xmlns:a16="http://schemas.microsoft.com/office/drawing/2014/main" id="{0B0C5B93-2587-3F5D-EBF8-C5554127CBD0}"/>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5602" name="Notes Placeholder 2">
            <a:extLst>
              <a:ext uri="{FF2B5EF4-FFF2-40B4-BE49-F238E27FC236}">
                <a16:creationId xmlns:a16="http://schemas.microsoft.com/office/drawing/2014/main" id="{F5569EDD-E8CD-FEBB-EB48-8E0E76D98B5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5603" name="Slide Number Placeholder 3">
            <a:extLst>
              <a:ext uri="{FF2B5EF4-FFF2-40B4-BE49-F238E27FC236}">
                <a16:creationId xmlns:a16="http://schemas.microsoft.com/office/drawing/2014/main" id="{2F125F2A-91FA-FE4C-546B-186DCDD88BC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88632495-C0DB-6940-838D-3EC57B67FC57}" type="slidenum">
              <a:rPr lang="en-GB" altLang="en-US" smtClean="0"/>
              <a:pPr/>
              <a:t>5</a:t>
            </a:fld>
            <a:endParaRPr lang="en-GB"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Slide Image Placeholder 1">
            <a:extLst>
              <a:ext uri="{FF2B5EF4-FFF2-40B4-BE49-F238E27FC236}">
                <a16:creationId xmlns:a16="http://schemas.microsoft.com/office/drawing/2014/main" id="{4C06F72E-4F0C-EFC1-4671-6B413A60EE4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7650" name="Notes Placeholder 2">
            <a:extLst>
              <a:ext uri="{FF2B5EF4-FFF2-40B4-BE49-F238E27FC236}">
                <a16:creationId xmlns:a16="http://schemas.microsoft.com/office/drawing/2014/main" id="{5B8868AC-447B-B7AC-D982-67C426A75156}"/>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7651" name="Slide Number Placeholder 3">
            <a:extLst>
              <a:ext uri="{FF2B5EF4-FFF2-40B4-BE49-F238E27FC236}">
                <a16:creationId xmlns:a16="http://schemas.microsoft.com/office/drawing/2014/main" id="{DC309903-8063-7A12-12A6-43E1FA7BB052}"/>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84CF6D4C-7CFB-1D4A-9985-BDA22BEF0659}" type="slidenum">
              <a:rPr lang="en-GB" altLang="en-US" smtClean="0"/>
              <a:pPr/>
              <a:t>6</a:t>
            </a:fld>
            <a:endParaRPr lang="en-GB"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Slide Image Placeholder 1">
            <a:extLst>
              <a:ext uri="{FF2B5EF4-FFF2-40B4-BE49-F238E27FC236}">
                <a16:creationId xmlns:a16="http://schemas.microsoft.com/office/drawing/2014/main" id="{125A51A8-9146-E523-518F-9041316A654B}"/>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29698" name="Notes Placeholder 2">
            <a:extLst>
              <a:ext uri="{FF2B5EF4-FFF2-40B4-BE49-F238E27FC236}">
                <a16:creationId xmlns:a16="http://schemas.microsoft.com/office/drawing/2014/main" id="{06A50883-CE87-96F5-1127-0FC818C9727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29699" name="Slide Number Placeholder 3">
            <a:extLst>
              <a:ext uri="{FF2B5EF4-FFF2-40B4-BE49-F238E27FC236}">
                <a16:creationId xmlns:a16="http://schemas.microsoft.com/office/drawing/2014/main" id="{B6EC5738-DF8C-1D51-AD43-8A2A3B119844}"/>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9AB9C24B-DD2E-7643-81D3-CDFB59E8AC15}" type="slidenum">
              <a:rPr lang="en-GB" altLang="en-US" smtClean="0"/>
              <a:pPr/>
              <a:t>7</a:t>
            </a:fld>
            <a:endParaRPr lang="en-GB"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Slide Image Placeholder 1">
            <a:extLst>
              <a:ext uri="{FF2B5EF4-FFF2-40B4-BE49-F238E27FC236}">
                <a16:creationId xmlns:a16="http://schemas.microsoft.com/office/drawing/2014/main" id="{CA414B96-06B6-54B2-BB93-4FB1F2A589E4}"/>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1746" name="Notes Placeholder 2">
            <a:extLst>
              <a:ext uri="{FF2B5EF4-FFF2-40B4-BE49-F238E27FC236}">
                <a16:creationId xmlns:a16="http://schemas.microsoft.com/office/drawing/2014/main" id="{AD1FD87C-6E32-8911-498C-5333999B935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1747" name="Slide Number Placeholder 3">
            <a:extLst>
              <a:ext uri="{FF2B5EF4-FFF2-40B4-BE49-F238E27FC236}">
                <a16:creationId xmlns:a16="http://schemas.microsoft.com/office/drawing/2014/main" id="{5C957795-5486-39BF-85BA-6B9B667A6193}"/>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DEF956DB-AD54-904F-B720-FB2E2829F7B0}" type="slidenum">
              <a:rPr lang="en-GB" altLang="en-US" smtClean="0"/>
              <a:pPr/>
              <a:t>8</a:t>
            </a:fld>
            <a:endParaRPr lang="en-GB"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Slide Image Placeholder 1">
            <a:extLst>
              <a:ext uri="{FF2B5EF4-FFF2-40B4-BE49-F238E27FC236}">
                <a16:creationId xmlns:a16="http://schemas.microsoft.com/office/drawing/2014/main" id="{7DC52BAB-C1AE-837E-E218-2734C57DE31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3794" name="Notes Placeholder 2">
            <a:extLst>
              <a:ext uri="{FF2B5EF4-FFF2-40B4-BE49-F238E27FC236}">
                <a16:creationId xmlns:a16="http://schemas.microsoft.com/office/drawing/2014/main" id="{5D4B187B-2D95-59C2-2307-5708DE5DBA9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3795" name="Slide Number Placeholder 3">
            <a:extLst>
              <a:ext uri="{FF2B5EF4-FFF2-40B4-BE49-F238E27FC236}">
                <a16:creationId xmlns:a16="http://schemas.microsoft.com/office/drawing/2014/main" id="{1DDC4269-1177-6FA7-45D7-CE5C7E23FBF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9578F818-5C6E-2042-BD51-F3DC2926E973}" type="slidenum">
              <a:rPr lang="en-GB" altLang="en-US" smtClean="0"/>
              <a:pPr/>
              <a:t>9</a:t>
            </a:fld>
            <a:endParaRPr lang="en-GB"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Slide Image Placeholder 1">
            <a:extLst>
              <a:ext uri="{FF2B5EF4-FFF2-40B4-BE49-F238E27FC236}">
                <a16:creationId xmlns:a16="http://schemas.microsoft.com/office/drawing/2014/main" id="{2A20DF72-57C3-10F0-F9B3-342CAB88EE0A}"/>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7890" name="Notes Placeholder 2">
            <a:extLst>
              <a:ext uri="{FF2B5EF4-FFF2-40B4-BE49-F238E27FC236}">
                <a16:creationId xmlns:a16="http://schemas.microsoft.com/office/drawing/2014/main" id="{1A03808B-A1EA-B9D1-4161-593491579C2E}"/>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7891" name="Slide Number Placeholder 3">
            <a:extLst>
              <a:ext uri="{FF2B5EF4-FFF2-40B4-BE49-F238E27FC236}">
                <a16:creationId xmlns:a16="http://schemas.microsoft.com/office/drawing/2014/main" id="{A79B3CED-4F60-8EAE-BC8E-1008A3336E4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058A74A6-C5CA-684C-B313-E8D77634B500}" type="slidenum">
              <a:rPr lang="en-GB" altLang="en-US" smtClean="0"/>
              <a:pPr/>
              <a:t>12</a:t>
            </a:fld>
            <a:endParaRPr lang="en-GB"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Slide Image Placeholder 1">
            <a:extLst>
              <a:ext uri="{FF2B5EF4-FFF2-40B4-BE49-F238E27FC236}">
                <a16:creationId xmlns:a16="http://schemas.microsoft.com/office/drawing/2014/main" id="{6D97B0BB-5298-8338-9CA4-CA84BB92AAF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9938" name="Notes Placeholder 2">
            <a:extLst>
              <a:ext uri="{FF2B5EF4-FFF2-40B4-BE49-F238E27FC236}">
                <a16:creationId xmlns:a16="http://schemas.microsoft.com/office/drawing/2014/main" id="{68AFB59A-13EE-1C7B-9CF6-189033860B71}"/>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39939" name="Slide Number Placeholder 3">
            <a:extLst>
              <a:ext uri="{FF2B5EF4-FFF2-40B4-BE49-F238E27FC236}">
                <a16:creationId xmlns:a16="http://schemas.microsoft.com/office/drawing/2014/main" id="{439C893F-F168-65BF-D1A2-5A17A1A91B01}"/>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9375E56A-AEB9-384E-AB37-EE2A60752B7E}" type="slidenum">
              <a:rPr lang="en-GB" altLang="en-US" smtClean="0"/>
              <a:pPr/>
              <a:t>13</a:t>
            </a:fld>
            <a:endParaRPr lang="en-GB"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Slide Image Placeholder 1">
            <a:extLst>
              <a:ext uri="{FF2B5EF4-FFF2-40B4-BE49-F238E27FC236}">
                <a16:creationId xmlns:a16="http://schemas.microsoft.com/office/drawing/2014/main" id="{C2B0C0F5-66EB-A6F2-039E-ECC173DB4F9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986" name="Notes Placeholder 2">
            <a:extLst>
              <a:ext uri="{FF2B5EF4-FFF2-40B4-BE49-F238E27FC236}">
                <a16:creationId xmlns:a16="http://schemas.microsoft.com/office/drawing/2014/main" id="{88F40497-D5FF-3F33-EEC1-2341654DA8C0}"/>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1987" name="Slide Number Placeholder 3">
            <a:extLst>
              <a:ext uri="{FF2B5EF4-FFF2-40B4-BE49-F238E27FC236}">
                <a16:creationId xmlns:a16="http://schemas.microsoft.com/office/drawing/2014/main" id="{E78A92D1-ADD4-0BE4-AEA0-6203C96D603F}"/>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74167D25-0473-DB41-BE0B-8F5DFE19858D}" type="slidenum">
              <a:rPr lang="en-GB" altLang="en-US" smtClean="0"/>
              <a:pPr/>
              <a:t>14</a:t>
            </a:fld>
            <a:endParaRPr lang="en-GB"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Slide Image Placeholder 1">
            <a:extLst>
              <a:ext uri="{FF2B5EF4-FFF2-40B4-BE49-F238E27FC236}">
                <a16:creationId xmlns:a16="http://schemas.microsoft.com/office/drawing/2014/main" id="{21010E51-D82B-CD0B-465C-25E7B31EE34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4034" name="Notes Placeholder 2">
            <a:extLst>
              <a:ext uri="{FF2B5EF4-FFF2-40B4-BE49-F238E27FC236}">
                <a16:creationId xmlns:a16="http://schemas.microsoft.com/office/drawing/2014/main" id="{B91BE652-8D96-2B4E-93FA-8932F0FD9C3A}"/>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4035" name="Slide Number Placeholder 3">
            <a:extLst>
              <a:ext uri="{FF2B5EF4-FFF2-40B4-BE49-F238E27FC236}">
                <a16:creationId xmlns:a16="http://schemas.microsoft.com/office/drawing/2014/main" id="{E8FA268D-9DB2-81C7-A45E-D27ECFD41A9C}"/>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94033AC0-6580-364F-AC49-AEA1BB31BB0F}" type="slidenum">
              <a:rPr lang="en-GB" altLang="en-US" smtClean="0"/>
              <a:pPr/>
              <a:t>15</a:t>
            </a:fld>
            <a:endParaRPr lang="en-GB"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Slide Image Placeholder 1">
            <a:extLst>
              <a:ext uri="{FF2B5EF4-FFF2-40B4-BE49-F238E27FC236}">
                <a16:creationId xmlns:a16="http://schemas.microsoft.com/office/drawing/2014/main" id="{BFDB4A99-9940-26C0-7A72-2055848FA585}"/>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6082" name="Notes Placeholder 2">
            <a:extLst>
              <a:ext uri="{FF2B5EF4-FFF2-40B4-BE49-F238E27FC236}">
                <a16:creationId xmlns:a16="http://schemas.microsoft.com/office/drawing/2014/main" id="{E348AF0C-6EE8-0943-112B-E1C0498CCBCF}"/>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6083" name="Slide Number Placeholder 3">
            <a:extLst>
              <a:ext uri="{FF2B5EF4-FFF2-40B4-BE49-F238E27FC236}">
                <a16:creationId xmlns:a16="http://schemas.microsoft.com/office/drawing/2014/main" id="{1CB33100-FCCE-DEED-4DA2-1DEEA289E43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800BB55B-7DA7-0D48-B7DF-7FBBE9E0CEF6}" type="slidenum">
              <a:rPr lang="en-GB" altLang="en-US" smtClean="0"/>
              <a:pPr/>
              <a:t>16</a:t>
            </a:fld>
            <a:endParaRPr lang="en-GB"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Slide Image Placeholder 1">
            <a:extLst>
              <a:ext uri="{FF2B5EF4-FFF2-40B4-BE49-F238E27FC236}">
                <a16:creationId xmlns:a16="http://schemas.microsoft.com/office/drawing/2014/main" id="{37AA85A5-3B27-BC95-6046-916F1793BC13}"/>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8130" name="Notes Placeholder 2">
            <a:extLst>
              <a:ext uri="{FF2B5EF4-FFF2-40B4-BE49-F238E27FC236}">
                <a16:creationId xmlns:a16="http://schemas.microsoft.com/office/drawing/2014/main" id="{9C2BD811-8287-FA2D-C480-FEBFFDC5F82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48131" name="Slide Number Placeholder 3">
            <a:extLst>
              <a:ext uri="{FF2B5EF4-FFF2-40B4-BE49-F238E27FC236}">
                <a16:creationId xmlns:a16="http://schemas.microsoft.com/office/drawing/2014/main" id="{746B1453-862D-8855-9738-A7B7E641B2D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2C94F798-E22E-7948-8323-E15700948A14}" type="slidenum">
              <a:rPr lang="en-GB" altLang="en-US" smtClean="0"/>
              <a:pPr/>
              <a:t>17</a:t>
            </a:fld>
            <a:endParaRPr lang="en-GB"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Slide Image Placeholder 1">
            <a:extLst>
              <a:ext uri="{FF2B5EF4-FFF2-40B4-BE49-F238E27FC236}">
                <a16:creationId xmlns:a16="http://schemas.microsoft.com/office/drawing/2014/main" id="{6137D01F-14AD-4E41-0002-E60B0A6D2B7D}"/>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0178" name="Notes Placeholder 2">
            <a:extLst>
              <a:ext uri="{FF2B5EF4-FFF2-40B4-BE49-F238E27FC236}">
                <a16:creationId xmlns:a16="http://schemas.microsoft.com/office/drawing/2014/main" id="{CA6813EF-78F1-D268-C419-913B509CCAD3}"/>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0179" name="Slide Number Placeholder 3">
            <a:extLst>
              <a:ext uri="{FF2B5EF4-FFF2-40B4-BE49-F238E27FC236}">
                <a16:creationId xmlns:a16="http://schemas.microsoft.com/office/drawing/2014/main" id="{4BCD1F31-168B-C97C-9570-507AC780E906}"/>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B8B6D28D-7147-904C-BB86-BE6C90E0B01F}" type="slidenum">
              <a:rPr lang="en-GB" altLang="en-US" smtClean="0"/>
              <a:pPr/>
              <a:t>18</a:t>
            </a:fld>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Slide Image Placeholder 1">
            <a:extLst>
              <a:ext uri="{FF2B5EF4-FFF2-40B4-BE49-F238E27FC236}">
                <a16:creationId xmlns:a16="http://schemas.microsoft.com/office/drawing/2014/main" id="{F12F632E-4EBD-4988-2352-985ADE6C5EC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2226" name="Notes Placeholder 2">
            <a:extLst>
              <a:ext uri="{FF2B5EF4-FFF2-40B4-BE49-F238E27FC236}">
                <a16:creationId xmlns:a16="http://schemas.microsoft.com/office/drawing/2014/main" id="{FB087E7F-F59A-68D7-01D6-598EAA154A4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2227" name="Slide Number Placeholder 3">
            <a:extLst>
              <a:ext uri="{FF2B5EF4-FFF2-40B4-BE49-F238E27FC236}">
                <a16:creationId xmlns:a16="http://schemas.microsoft.com/office/drawing/2014/main" id="{22E4EF7B-1368-4273-9695-A268FB8132BE}"/>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56081584-3DC8-FF4A-9B19-79AC224EBFAC}" type="slidenum">
              <a:rPr lang="en-GB" altLang="en-US" smtClean="0"/>
              <a:pPr/>
              <a:t>19</a:t>
            </a:fld>
            <a:endParaRPr lang="en-GB"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Slide Image Placeholder 1">
            <a:extLst>
              <a:ext uri="{FF2B5EF4-FFF2-40B4-BE49-F238E27FC236}">
                <a16:creationId xmlns:a16="http://schemas.microsoft.com/office/drawing/2014/main" id="{13AECD09-F1A9-5486-4F8F-D477F537CE62}"/>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54274" name="Notes Placeholder 2">
            <a:extLst>
              <a:ext uri="{FF2B5EF4-FFF2-40B4-BE49-F238E27FC236}">
                <a16:creationId xmlns:a16="http://schemas.microsoft.com/office/drawing/2014/main" id="{56480B97-31E1-18E4-EF27-5C5A56E89938}"/>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en-US" altLang="en-US"/>
          </a:p>
        </p:txBody>
      </p:sp>
      <p:sp>
        <p:nvSpPr>
          <p:cNvPr id="54275" name="Slide Number Placeholder 3">
            <a:extLst>
              <a:ext uri="{FF2B5EF4-FFF2-40B4-BE49-F238E27FC236}">
                <a16:creationId xmlns:a16="http://schemas.microsoft.com/office/drawing/2014/main" id="{2B26DC33-4996-7EC1-E70A-68FAB457E03B}"/>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B6CE08B4-D5F4-A240-AF40-925A0071E062}" type="slidenum">
              <a:rPr lang="en-GB" altLang="en-US" smtClean="0"/>
              <a:pPr/>
              <a:t>20</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775355"/>
            <a:ext cx="7772400" cy="1225021"/>
          </a:xfrm>
        </p:spPr>
        <p:txBody>
          <a:bodyPr/>
          <a:lstStyle/>
          <a:p>
            <a:r>
              <a:rPr lang="en-US"/>
              <a:t>Click to edit Master title style</a:t>
            </a:r>
            <a:endParaRPr lang="en-GB"/>
          </a:p>
        </p:txBody>
      </p:sp>
      <p:sp>
        <p:nvSpPr>
          <p:cNvPr id="3" name="Subtitle 2"/>
          <p:cNvSpPr>
            <a:spLocks noGrp="1"/>
          </p:cNvSpPr>
          <p:nvPr>
            <p:ph type="subTitle" idx="1"/>
          </p:nvPr>
        </p:nvSpPr>
        <p:spPr>
          <a:xfrm>
            <a:off x="1371600" y="3238500"/>
            <a:ext cx="6400800" cy="14605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GB"/>
          </a:p>
        </p:txBody>
      </p:sp>
      <p:sp>
        <p:nvSpPr>
          <p:cNvPr id="4" name="Date Placeholder 3">
            <a:extLst>
              <a:ext uri="{FF2B5EF4-FFF2-40B4-BE49-F238E27FC236}">
                <a16:creationId xmlns:a16="http://schemas.microsoft.com/office/drawing/2014/main" id="{E7A29DE6-EC5C-7CF4-6549-831AA4B84563}"/>
              </a:ext>
            </a:extLst>
          </p:cNvPr>
          <p:cNvSpPr>
            <a:spLocks noGrp="1"/>
          </p:cNvSpPr>
          <p:nvPr>
            <p:ph type="dt" sz="half" idx="10"/>
          </p:nvPr>
        </p:nvSpPr>
        <p:spPr/>
        <p:txBody>
          <a:bodyPr/>
          <a:lstStyle>
            <a:lvl1pPr>
              <a:defRPr/>
            </a:lvl1pPr>
          </a:lstStyle>
          <a:p>
            <a:pPr>
              <a:defRPr/>
            </a:pPr>
            <a:fld id="{60590D31-1532-6248-9CCA-213C02079FDA}" type="datetimeFigureOut">
              <a:rPr lang="en-GB" altLang="en-US"/>
              <a:pPr>
                <a:defRPr/>
              </a:pPr>
              <a:t>15/10/2026</a:t>
            </a:fld>
            <a:endParaRPr lang="en-GB" altLang="en-US"/>
          </a:p>
        </p:txBody>
      </p:sp>
      <p:sp>
        <p:nvSpPr>
          <p:cNvPr id="5" name="Footer Placeholder 4">
            <a:extLst>
              <a:ext uri="{FF2B5EF4-FFF2-40B4-BE49-F238E27FC236}">
                <a16:creationId xmlns:a16="http://schemas.microsoft.com/office/drawing/2014/main" id="{57C13E61-92BC-2E15-AADB-67FEEEBDD58E}"/>
              </a:ext>
            </a:extLst>
          </p:cNvPr>
          <p:cNvSpPr>
            <a:spLocks noGrp="1"/>
          </p:cNvSpPr>
          <p:nvPr>
            <p:ph type="ftr" sz="quarter" idx="11"/>
          </p:nvPr>
        </p:nvSpPr>
        <p:spPr/>
        <p:txBody>
          <a:bodyPr/>
          <a:lstStyle>
            <a:lvl1pPr>
              <a:defRPr/>
            </a:lvl1pPr>
          </a:lstStyle>
          <a:p>
            <a:pPr>
              <a:defRPr/>
            </a:pPr>
            <a:endParaRPr lang="en-GB" altLang="en-US"/>
          </a:p>
        </p:txBody>
      </p:sp>
      <p:sp>
        <p:nvSpPr>
          <p:cNvPr id="6" name="Slide Number Placeholder 5">
            <a:extLst>
              <a:ext uri="{FF2B5EF4-FFF2-40B4-BE49-F238E27FC236}">
                <a16:creationId xmlns:a16="http://schemas.microsoft.com/office/drawing/2014/main" id="{2D8F9499-2D7E-E646-AE36-512E584626DE}"/>
              </a:ext>
            </a:extLst>
          </p:cNvPr>
          <p:cNvSpPr>
            <a:spLocks noGrp="1"/>
          </p:cNvSpPr>
          <p:nvPr>
            <p:ph type="sldNum" sz="quarter" idx="12"/>
          </p:nvPr>
        </p:nvSpPr>
        <p:spPr/>
        <p:txBody>
          <a:bodyPr/>
          <a:lstStyle>
            <a:lvl1pPr>
              <a:defRPr/>
            </a:lvl1pPr>
          </a:lstStyle>
          <a:p>
            <a:pPr>
              <a:defRPr/>
            </a:pPr>
            <a:fld id="{52ADA0E2-040A-974D-ABE8-27A91A8089A1}" type="slidenum">
              <a:rPr lang="en-GB" altLang="en-US"/>
              <a:pPr>
                <a:defRPr/>
              </a:pPr>
              <a:t>‹#›</a:t>
            </a:fld>
            <a:endParaRPr lang="en-GB" altLang="en-US"/>
          </a:p>
        </p:txBody>
      </p:sp>
    </p:spTree>
    <p:extLst>
      <p:ext uri="{BB962C8B-B14F-4D97-AF65-F5344CB8AC3E}">
        <p14:creationId xmlns:p14="http://schemas.microsoft.com/office/powerpoint/2010/main" val="21398415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C0EDF92-EC0F-7B8F-782D-791B20B59C4F}"/>
              </a:ext>
            </a:extLst>
          </p:cNvPr>
          <p:cNvSpPr>
            <a:spLocks noGrp="1"/>
          </p:cNvSpPr>
          <p:nvPr>
            <p:ph type="dt" sz="half" idx="10"/>
          </p:nvPr>
        </p:nvSpPr>
        <p:spPr/>
        <p:txBody>
          <a:bodyPr/>
          <a:lstStyle>
            <a:lvl1pPr>
              <a:defRPr/>
            </a:lvl1pPr>
          </a:lstStyle>
          <a:p>
            <a:pPr>
              <a:defRPr/>
            </a:pPr>
            <a:fld id="{0FCF29D5-92CC-0E4B-9057-631411B109FE}" type="datetimeFigureOut">
              <a:rPr lang="en-GB" altLang="en-US"/>
              <a:pPr>
                <a:defRPr/>
              </a:pPr>
              <a:t>15/10/2026</a:t>
            </a:fld>
            <a:endParaRPr lang="en-GB" altLang="en-US"/>
          </a:p>
        </p:txBody>
      </p:sp>
      <p:sp>
        <p:nvSpPr>
          <p:cNvPr id="5" name="Footer Placeholder 4">
            <a:extLst>
              <a:ext uri="{FF2B5EF4-FFF2-40B4-BE49-F238E27FC236}">
                <a16:creationId xmlns:a16="http://schemas.microsoft.com/office/drawing/2014/main" id="{8039469B-EADC-77C0-C8AB-C3BDC5925E24}"/>
              </a:ext>
            </a:extLst>
          </p:cNvPr>
          <p:cNvSpPr>
            <a:spLocks noGrp="1"/>
          </p:cNvSpPr>
          <p:nvPr>
            <p:ph type="ftr" sz="quarter" idx="11"/>
          </p:nvPr>
        </p:nvSpPr>
        <p:spPr/>
        <p:txBody>
          <a:bodyPr/>
          <a:lstStyle>
            <a:lvl1pPr>
              <a:defRPr/>
            </a:lvl1pPr>
          </a:lstStyle>
          <a:p>
            <a:pPr>
              <a:defRPr/>
            </a:pPr>
            <a:endParaRPr lang="en-GB" altLang="en-US"/>
          </a:p>
        </p:txBody>
      </p:sp>
      <p:sp>
        <p:nvSpPr>
          <p:cNvPr id="6" name="Slide Number Placeholder 5">
            <a:extLst>
              <a:ext uri="{FF2B5EF4-FFF2-40B4-BE49-F238E27FC236}">
                <a16:creationId xmlns:a16="http://schemas.microsoft.com/office/drawing/2014/main" id="{4B700F29-A320-C7A6-6018-85A4D37BFBB4}"/>
              </a:ext>
            </a:extLst>
          </p:cNvPr>
          <p:cNvSpPr>
            <a:spLocks noGrp="1"/>
          </p:cNvSpPr>
          <p:nvPr>
            <p:ph type="sldNum" sz="quarter" idx="12"/>
          </p:nvPr>
        </p:nvSpPr>
        <p:spPr/>
        <p:txBody>
          <a:bodyPr/>
          <a:lstStyle>
            <a:lvl1pPr>
              <a:defRPr/>
            </a:lvl1pPr>
          </a:lstStyle>
          <a:p>
            <a:pPr>
              <a:defRPr/>
            </a:pPr>
            <a:fld id="{DAB0ADFF-873E-3844-85DF-0B2AA23460B2}" type="slidenum">
              <a:rPr lang="en-GB" altLang="en-US"/>
              <a:pPr>
                <a:defRPr/>
              </a:pPr>
              <a:t>‹#›</a:t>
            </a:fld>
            <a:endParaRPr lang="en-GB" altLang="en-US"/>
          </a:p>
        </p:txBody>
      </p:sp>
    </p:spTree>
    <p:extLst>
      <p:ext uri="{BB962C8B-B14F-4D97-AF65-F5344CB8AC3E}">
        <p14:creationId xmlns:p14="http://schemas.microsoft.com/office/powerpoint/2010/main" val="213677317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672418"/>
            <a:ext cx="7772400" cy="1135062"/>
          </a:xfrm>
        </p:spPr>
        <p:txBody>
          <a:bodyPr anchor="t"/>
          <a:lstStyle>
            <a:lvl1pPr algn="l">
              <a:defRPr sz="4000" b="1" cap="all"/>
            </a:lvl1pPr>
          </a:lstStyle>
          <a:p>
            <a:r>
              <a:rPr lang="en-US"/>
              <a:t>Click to edit Master title style</a:t>
            </a:r>
            <a:endParaRPr lang="en-GB"/>
          </a:p>
        </p:txBody>
      </p:sp>
      <p:sp>
        <p:nvSpPr>
          <p:cNvPr id="3" name="Text Placeholder 2"/>
          <p:cNvSpPr>
            <a:spLocks noGrp="1"/>
          </p:cNvSpPr>
          <p:nvPr>
            <p:ph type="body" idx="1"/>
          </p:nvPr>
        </p:nvSpPr>
        <p:spPr>
          <a:xfrm>
            <a:off x="722313" y="2422261"/>
            <a:ext cx="7772400" cy="1250156"/>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1C775AD-F5E0-446D-9611-1FAFBEDA6745}"/>
              </a:ext>
            </a:extLst>
          </p:cNvPr>
          <p:cNvSpPr>
            <a:spLocks noGrp="1"/>
          </p:cNvSpPr>
          <p:nvPr>
            <p:ph type="dt" sz="half" idx="10"/>
          </p:nvPr>
        </p:nvSpPr>
        <p:spPr/>
        <p:txBody>
          <a:bodyPr/>
          <a:lstStyle>
            <a:lvl1pPr>
              <a:defRPr/>
            </a:lvl1pPr>
          </a:lstStyle>
          <a:p>
            <a:pPr>
              <a:defRPr/>
            </a:pPr>
            <a:fld id="{64C0EA24-C182-4F4F-9F16-9A1E8F299278}" type="datetimeFigureOut">
              <a:rPr lang="en-GB" altLang="en-US"/>
              <a:pPr>
                <a:defRPr/>
              </a:pPr>
              <a:t>15/10/2026</a:t>
            </a:fld>
            <a:endParaRPr lang="en-GB" altLang="en-US"/>
          </a:p>
        </p:txBody>
      </p:sp>
      <p:sp>
        <p:nvSpPr>
          <p:cNvPr id="5" name="Footer Placeholder 4">
            <a:extLst>
              <a:ext uri="{FF2B5EF4-FFF2-40B4-BE49-F238E27FC236}">
                <a16:creationId xmlns:a16="http://schemas.microsoft.com/office/drawing/2014/main" id="{E6D4FF13-28B4-D078-F443-2190E3AC4FEB}"/>
              </a:ext>
            </a:extLst>
          </p:cNvPr>
          <p:cNvSpPr>
            <a:spLocks noGrp="1"/>
          </p:cNvSpPr>
          <p:nvPr>
            <p:ph type="ftr" sz="quarter" idx="11"/>
          </p:nvPr>
        </p:nvSpPr>
        <p:spPr/>
        <p:txBody>
          <a:bodyPr/>
          <a:lstStyle>
            <a:lvl1pPr>
              <a:defRPr/>
            </a:lvl1pPr>
          </a:lstStyle>
          <a:p>
            <a:pPr>
              <a:defRPr/>
            </a:pPr>
            <a:endParaRPr lang="en-GB" altLang="en-US"/>
          </a:p>
        </p:txBody>
      </p:sp>
      <p:sp>
        <p:nvSpPr>
          <p:cNvPr id="6" name="Slide Number Placeholder 5">
            <a:extLst>
              <a:ext uri="{FF2B5EF4-FFF2-40B4-BE49-F238E27FC236}">
                <a16:creationId xmlns:a16="http://schemas.microsoft.com/office/drawing/2014/main" id="{B11C3D09-3FCD-0057-E786-3A3CFA24D1A6}"/>
              </a:ext>
            </a:extLst>
          </p:cNvPr>
          <p:cNvSpPr>
            <a:spLocks noGrp="1"/>
          </p:cNvSpPr>
          <p:nvPr>
            <p:ph type="sldNum" sz="quarter" idx="12"/>
          </p:nvPr>
        </p:nvSpPr>
        <p:spPr/>
        <p:txBody>
          <a:bodyPr/>
          <a:lstStyle>
            <a:lvl1pPr>
              <a:defRPr/>
            </a:lvl1pPr>
          </a:lstStyle>
          <a:p>
            <a:pPr>
              <a:defRPr/>
            </a:pPr>
            <a:fld id="{31841303-940D-A649-8A9A-BB0D06290042}" type="slidenum">
              <a:rPr lang="en-GB" altLang="en-US"/>
              <a:pPr>
                <a:defRPr/>
              </a:pPr>
              <a:t>‹#›</a:t>
            </a:fld>
            <a:endParaRPr lang="en-GB" altLang="en-US"/>
          </a:p>
        </p:txBody>
      </p:sp>
    </p:spTree>
    <p:extLst>
      <p:ext uri="{BB962C8B-B14F-4D97-AF65-F5344CB8AC3E}">
        <p14:creationId xmlns:p14="http://schemas.microsoft.com/office/powerpoint/2010/main" val="21249912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Content Placeholder 2"/>
          <p:cNvSpPr>
            <a:spLocks noGrp="1"/>
          </p:cNvSpPr>
          <p:nvPr>
            <p:ph sz="half" idx="1"/>
          </p:nvPr>
        </p:nvSpPr>
        <p:spPr>
          <a:xfrm>
            <a:off x="457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3"/>
          <p:cNvSpPr>
            <a:spLocks noGrp="1"/>
          </p:cNvSpPr>
          <p:nvPr>
            <p:ph sz="half" idx="2"/>
          </p:nvPr>
        </p:nvSpPr>
        <p:spPr>
          <a:xfrm>
            <a:off x="4648200" y="1333501"/>
            <a:ext cx="4038600" cy="3771636"/>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Date Placeholder 3">
            <a:extLst>
              <a:ext uri="{FF2B5EF4-FFF2-40B4-BE49-F238E27FC236}">
                <a16:creationId xmlns:a16="http://schemas.microsoft.com/office/drawing/2014/main" id="{7250540D-E80A-152E-8429-5D260DC01D9B}"/>
              </a:ext>
            </a:extLst>
          </p:cNvPr>
          <p:cNvSpPr>
            <a:spLocks noGrp="1"/>
          </p:cNvSpPr>
          <p:nvPr>
            <p:ph type="dt" sz="half" idx="10"/>
          </p:nvPr>
        </p:nvSpPr>
        <p:spPr/>
        <p:txBody>
          <a:bodyPr/>
          <a:lstStyle>
            <a:lvl1pPr>
              <a:defRPr/>
            </a:lvl1pPr>
          </a:lstStyle>
          <a:p>
            <a:pPr>
              <a:defRPr/>
            </a:pPr>
            <a:fld id="{F03B6EF0-0B39-5F42-95BA-022AA7B6D44D}" type="datetimeFigureOut">
              <a:rPr lang="en-GB" altLang="en-US"/>
              <a:pPr>
                <a:defRPr/>
              </a:pPr>
              <a:t>15/10/2026</a:t>
            </a:fld>
            <a:endParaRPr lang="en-GB" altLang="en-US"/>
          </a:p>
        </p:txBody>
      </p:sp>
      <p:sp>
        <p:nvSpPr>
          <p:cNvPr id="6" name="Footer Placeholder 4">
            <a:extLst>
              <a:ext uri="{FF2B5EF4-FFF2-40B4-BE49-F238E27FC236}">
                <a16:creationId xmlns:a16="http://schemas.microsoft.com/office/drawing/2014/main" id="{792E7685-56F9-69CF-7788-FA3250AE8E25}"/>
              </a:ext>
            </a:extLst>
          </p:cNvPr>
          <p:cNvSpPr>
            <a:spLocks noGrp="1"/>
          </p:cNvSpPr>
          <p:nvPr>
            <p:ph type="ftr" sz="quarter" idx="11"/>
          </p:nvPr>
        </p:nvSpPr>
        <p:spPr/>
        <p:txBody>
          <a:bodyPr/>
          <a:lstStyle>
            <a:lvl1pPr>
              <a:defRPr/>
            </a:lvl1pPr>
          </a:lstStyle>
          <a:p>
            <a:pPr>
              <a:defRPr/>
            </a:pPr>
            <a:endParaRPr lang="en-GB" altLang="en-US"/>
          </a:p>
        </p:txBody>
      </p:sp>
      <p:sp>
        <p:nvSpPr>
          <p:cNvPr id="7" name="Slide Number Placeholder 5">
            <a:extLst>
              <a:ext uri="{FF2B5EF4-FFF2-40B4-BE49-F238E27FC236}">
                <a16:creationId xmlns:a16="http://schemas.microsoft.com/office/drawing/2014/main" id="{9EC400EB-7C05-9EF4-EFBC-C2FAACC853C4}"/>
              </a:ext>
            </a:extLst>
          </p:cNvPr>
          <p:cNvSpPr>
            <a:spLocks noGrp="1"/>
          </p:cNvSpPr>
          <p:nvPr>
            <p:ph type="sldNum" sz="quarter" idx="12"/>
          </p:nvPr>
        </p:nvSpPr>
        <p:spPr/>
        <p:txBody>
          <a:bodyPr/>
          <a:lstStyle>
            <a:lvl1pPr>
              <a:defRPr/>
            </a:lvl1pPr>
          </a:lstStyle>
          <a:p>
            <a:pPr>
              <a:defRPr/>
            </a:pPr>
            <a:fld id="{5C0E8A2A-E226-004A-8E5B-5B45574547C2}" type="slidenum">
              <a:rPr lang="en-GB" altLang="en-US"/>
              <a:pPr>
                <a:defRPr/>
              </a:pPr>
              <a:t>‹#›</a:t>
            </a:fld>
            <a:endParaRPr lang="en-GB" altLang="en-US"/>
          </a:p>
        </p:txBody>
      </p:sp>
    </p:spTree>
    <p:extLst>
      <p:ext uri="{BB962C8B-B14F-4D97-AF65-F5344CB8AC3E}">
        <p14:creationId xmlns:p14="http://schemas.microsoft.com/office/powerpoint/2010/main" val="392854032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457200" y="1279261"/>
            <a:ext cx="4040188"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1812396"/>
            <a:ext cx="4040188"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4"/>
          <p:cNvSpPr>
            <a:spLocks noGrp="1"/>
          </p:cNvSpPr>
          <p:nvPr>
            <p:ph type="body" sz="quarter" idx="3"/>
          </p:nvPr>
        </p:nvSpPr>
        <p:spPr>
          <a:xfrm>
            <a:off x="4645027" y="1279261"/>
            <a:ext cx="4041775" cy="53313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7" y="1812396"/>
            <a:ext cx="4041775" cy="329274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Date Placeholder 3">
            <a:extLst>
              <a:ext uri="{FF2B5EF4-FFF2-40B4-BE49-F238E27FC236}">
                <a16:creationId xmlns:a16="http://schemas.microsoft.com/office/drawing/2014/main" id="{956CE0C2-DEE7-55F4-B880-9A75D99A92C9}"/>
              </a:ext>
            </a:extLst>
          </p:cNvPr>
          <p:cNvSpPr>
            <a:spLocks noGrp="1"/>
          </p:cNvSpPr>
          <p:nvPr>
            <p:ph type="dt" sz="half" idx="10"/>
          </p:nvPr>
        </p:nvSpPr>
        <p:spPr/>
        <p:txBody>
          <a:bodyPr/>
          <a:lstStyle>
            <a:lvl1pPr>
              <a:defRPr/>
            </a:lvl1pPr>
          </a:lstStyle>
          <a:p>
            <a:pPr>
              <a:defRPr/>
            </a:pPr>
            <a:fld id="{500AFB8D-3EEE-9941-9B9A-B13064CD0BF8}" type="datetimeFigureOut">
              <a:rPr lang="en-GB" altLang="en-US"/>
              <a:pPr>
                <a:defRPr/>
              </a:pPr>
              <a:t>15/10/2026</a:t>
            </a:fld>
            <a:endParaRPr lang="en-GB" altLang="en-US"/>
          </a:p>
        </p:txBody>
      </p:sp>
      <p:sp>
        <p:nvSpPr>
          <p:cNvPr id="8" name="Footer Placeholder 4">
            <a:extLst>
              <a:ext uri="{FF2B5EF4-FFF2-40B4-BE49-F238E27FC236}">
                <a16:creationId xmlns:a16="http://schemas.microsoft.com/office/drawing/2014/main" id="{154F3541-4EAF-075F-1396-5AE3E850291F}"/>
              </a:ext>
            </a:extLst>
          </p:cNvPr>
          <p:cNvSpPr>
            <a:spLocks noGrp="1"/>
          </p:cNvSpPr>
          <p:nvPr>
            <p:ph type="ftr" sz="quarter" idx="11"/>
          </p:nvPr>
        </p:nvSpPr>
        <p:spPr/>
        <p:txBody>
          <a:bodyPr/>
          <a:lstStyle>
            <a:lvl1pPr>
              <a:defRPr/>
            </a:lvl1pPr>
          </a:lstStyle>
          <a:p>
            <a:pPr>
              <a:defRPr/>
            </a:pPr>
            <a:endParaRPr lang="en-GB" altLang="en-US"/>
          </a:p>
        </p:txBody>
      </p:sp>
      <p:sp>
        <p:nvSpPr>
          <p:cNvPr id="9" name="Slide Number Placeholder 5">
            <a:extLst>
              <a:ext uri="{FF2B5EF4-FFF2-40B4-BE49-F238E27FC236}">
                <a16:creationId xmlns:a16="http://schemas.microsoft.com/office/drawing/2014/main" id="{411D6F5A-B60C-2948-61CB-F24E35F2F5E6}"/>
              </a:ext>
            </a:extLst>
          </p:cNvPr>
          <p:cNvSpPr>
            <a:spLocks noGrp="1"/>
          </p:cNvSpPr>
          <p:nvPr>
            <p:ph type="sldNum" sz="quarter" idx="12"/>
          </p:nvPr>
        </p:nvSpPr>
        <p:spPr/>
        <p:txBody>
          <a:bodyPr/>
          <a:lstStyle>
            <a:lvl1pPr>
              <a:defRPr/>
            </a:lvl1pPr>
          </a:lstStyle>
          <a:p>
            <a:pPr>
              <a:defRPr/>
            </a:pPr>
            <a:fld id="{34C588FD-9FAF-2940-8E50-88BC4D84D204}" type="slidenum">
              <a:rPr lang="en-GB" altLang="en-US"/>
              <a:pPr>
                <a:defRPr/>
              </a:pPr>
              <a:t>‹#›</a:t>
            </a:fld>
            <a:endParaRPr lang="en-GB" altLang="en-US"/>
          </a:p>
        </p:txBody>
      </p:sp>
    </p:spTree>
    <p:extLst>
      <p:ext uri="{BB962C8B-B14F-4D97-AF65-F5344CB8AC3E}">
        <p14:creationId xmlns:p14="http://schemas.microsoft.com/office/powerpoint/2010/main" val="1859051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3">
            <a:extLst>
              <a:ext uri="{FF2B5EF4-FFF2-40B4-BE49-F238E27FC236}">
                <a16:creationId xmlns:a16="http://schemas.microsoft.com/office/drawing/2014/main" id="{865AF654-256B-3944-6F7E-A314079FB5BF}"/>
              </a:ext>
            </a:extLst>
          </p:cNvPr>
          <p:cNvSpPr>
            <a:spLocks noGrp="1"/>
          </p:cNvSpPr>
          <p:nvPr>
            <p:ph type="dt" sz="half" idx="10"/>
          </p:nvPr>
        </p:nvSpPr>
        <p:spPr/>
        <p:txBody>
          <a:bodyPr/>
          <a:lstStyle>
            <a:lvl1pPr>
              <a:defRPr/>
            </a:lvl1pPr>
          </a:lstStyle>
          <a:p>
            <a:pPr>
              <a:defRPr/>
            </a:pPr>
            <a:fld id="{15766BBE-1908-EA45-8819-25305C84B883}" type="datetimeFigureOut">
              <a:rPr lang="en-GB" altLang="en-US"/>
              <a:pPr>
                <a:defRPr/>
              </a:pPr>
              <a:t>15/10/2026</a:t>
            </a:fld>
            <a:endParaRPr lang="en-GB" altLang="en-US"/>
          </a:p>
        </p:txBody>
      </p:sp>
      <p:sp>
        <p:nvSpPr>
          <p:cNvPr id="4" name="Footer Placeholder 4">
            <a:extLst>
              <a:ext uri="{FF2B5EF4-FFF2-40B4-BE49-F238E27FC236}">
                <a16:creationId xmlns:a16="http://schemas.microsoft.com/office/drawing/2014/main" id="{87F838AF-C227-D4F7-99A6-2516CEA47EE9}"/>
              </a:ext>
            </a:extLst>
          </p:cNvPr>
          <p:cNvSpPr>
            <a:spLocks noGrp="1"/>
          </p:cNvSpPr>
          <p:nvPr>
            <p:ph type="ftr" sz="quarter" idx="11"/>
          </p:nvPr>
        </p:nvSpPr>
        <p:spPr/>
        <p:txBody>
          <a:bodyPr/>
          <a:lstStyle>
            <a:lvl1pPr>
              <a:defRPr/>
            </a:lvl1pPr>
          </a:lstStyle>
          <a:p>
            <a:pPr>
              <a:defRPr/>
            </a:pPr>
            <a:endParaRPr lang="en-GB" altLang="en-US"/>
          </a:p>
        </p:txBody>
      </p:sp>
      <p:sp>
        <p:nvSpPr>
          <p:cNvPr id="5" name="Slide Number Placeholder 5">
            <a:extLst>
              <a:ext uri="{FF2B5EF4-FFF2-40B4-BE49-F238E27FC236}">
                <a16:creationId xmlns:a16="http://schemas.microsoft.com/office/drawing/2014/main" id="{C09E8CA5-49E9-A2F3-B5B3-52E37FB66A0C}"/>
              </a:ext>
            </a:extLst>
          </p:cNvPr>
          <p:cNvSpPr>
            <a:spLocks noGrp="1"/>
          </p:cNvSpPr>
          <p:nvPr>
            <p:ph type="sldNum" sz="quarter" idx="12"/>
          </p:nvPr>
        </p:nvSpPr>
        <p:spPr/>
        <p:txBody>
          <a:bodyPr/>
          <a:lstStyle>
            <a:lvl1pPr>
              <a:defRPr/>
            </a:lvl1pPr>
          </a:lstStyle>
          <a:p>
            <a:pPr>
              <a:defRPr/>
            </a:pPr>
            <a:fld id="{F702BB03-F89D-A14D-8828-4A19AC19F101}" type="slidenum">
              <a:rPr lang="en-GB" altLang="en-US"/>
              <a:pPr>
                <a:defRPr/>
              </a:pPr>
              <a:t>‹#›</a:t>
            </a:fld>
            <a:endParaRPr lang="en-GB" altLang="en-US"/>
          </a:p>
        </p:txBody>
      </p:sp>
    </p:spTree>
    <p:extLst>
      <p:ext uri="{BB962C8B-B14F-4D97-AF65-F5344CB8AC3E}">
        <p14:creationId xmlns:p14="http://schemas.microsoft.com/office/powerpoint/2010/main" val="505043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1256D2D6-E906-32A3-468A-FFA7CA378A94}"/>
              </a:ext>
            </a:extLst>
          </p:cNvPr>
          <p:cNvSpPr>
            <a:spLocks noGrp="1"/>
          </p:cNvSpPr>
          <p:nvPr>
            <p:ph type="dt" sz="half" idx="10"/>
          </p:nvPr>
        </p:nvSpPr>
        <p:spPr/>
        <p:txBody>
          <a:bodyPr/>
          <a:lstStyle>
            <a:lvl1pPr>
              <a:defRPr/>
            </a:lvl1pPr>
          </a:lstStyle>
          <a:p>
            <a:pPr>
              <a:defRPr/>
            </a:pPr>
            <a:fld id="{5424E222-3919-5544-A766-D209065E8F80}" type="datetimeFigureOut">
              <a:rPr lang="en-GB" altLang="en-US"/>
              <a:pPr>
                <a:defRPr/>
              </a:pPr>
              <a:t>15/10/2026</a:t>
            </a:fld>
            <a:endParaRPr lang="en-GB" altLang="en-US"/>
          </a:p>
        </p:txBody>
      </p:sp>
      <p:sp>
        <p:nvSpPr>
          <p:cNvPr id="3" name="Footer Placeholder 4">
            <a:extLst>
              <a:ext uri="{FF2B5EF4-FFF2-40B4-BE49-F238E27FC236}">
                <a16:creationId xmlns:a16="http://schemas.microsoft.com/office/drawing/2014/main" id="{EB10271A-7816-AD8B-B24E-6A2ABA91F078}"/>
              </a:ext>
            </a:extLst>
          </p:cNvPr>
          <p:cNvSpPr>
            <a:spLocks noGrp="1"/>
          </p:cNvSpPr>
          <p:nvPr>
            <p:ph type="ftr" sz="quarter" idx="11"/>
          </p:nvPr>
        </p:nvSpPr>
        <p:spPr/>
        <p:txBody>
          <a:bodyPr/>
          <a:lstStyle>
            <a:lvl1pPr>
              <a:defRPr/>
            </a:lvl1pPr>
          </a:lstStyle>
          <a:p>
            <a:pPr>
              <a:defRPr/>
            </a:pPr>
            <a:endParaRPr lang="en-GB" altLang="en-US"/>
          </a:p>
        </p:txBody>
      </p:sp>
      <p:sp>
        <p:nvSpPr>
          <p:cNvPr id="4" name="Slide Number Placeholder 5">
            <a:extLst>
              <a:ext uri="{FF2B5EF4-FFF2-40B4-BE49-F238E27FC236}">
                <a16:creationId xmlns:a16="http://schemas.microsoft.com/office/drawing/2014/main" id="{F41761CF-E897-0A91-C47D-9D291DB70678}"/>
              </a:ext>
            </a:extLst>
          </p:cNvPr>
          <p:cNvSpPr>
            <a:spLocks noGrp="1"/>
          </p:cNvSpPr>
          <p:nvPr>
            <p:ph type="sldNum" sz="quarter" idx="12"/>
          </p:nvPr>
        </p:nvSpPr>
        <p:spPr/>
        <p:txBody>
          <a:bodyPr/>
          <a:lstStyle>
            <a:lvl1pPr>
              <a:defRPr/>
            </a:lvl1pPr>
          </a:lstStyle>
          <a:p>
            <a:pPr>
              <a:defRPr/>
            </a:pPr>
            <a:fld id="{FDB41E4B-CF26-5649-9B61-B9AF05BE3AB0}" type="slidenum">
              <a:rPr lang="en-GB" altLang="en-US"/>
              <a:pPr>
                <a:defRPr/>
              </a:pPr>
              <a:t>‹#›</a:t>
            </a:fld>
            <a:endParaRPr lang="en-GB" altLang="en-US"/>
          </a:p>
        </p:txBody>
      </p:sp>
    </p:spTree>
    <p:extLst>
      <p:ext uri="{BB962C8B-B14F-4D97-AF65-F5344CB8AC3E}">
        <p14:creationId xmlns:p14="http://schemas.microsoft.com/office/powerpoint/2010/main" val="221544064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2" y="227541"/>
            <a:ext cx="3008313" cy="968376"/>
          </a:xfrm>
        </p:spPr>
        <p:txBody>
          <a:bodyPr anchor="b"/>
          <a:lstStyle>
            <a:lvl1pPr algn="l">
              <a:defRPr sz="2000" b="1"/>
            </a:lvl1pPr>
          </a:lstStyle>
          <a:p>
            <a:r>
              <a:rPr lang="en-US"/>
              <a:t>Click to edit Master title style</a:t>
            </a:r>
            <a:endParaRPr lang="en-GB"/>
          </a:p>
        </p:txBody>
      </p:sp>
      <p:sp>
        <p:nvSpPr>
          <p:cNvPr id="3" name="Content Placeholder 2"/>
          <p:cNvSpPr>
            <a:spLocks noGrp="1"/>
          </p:cNvSpPr>
          <p:nvPr>
            <p:ph idx="1"/>
          </p:nvPr>
        </p:nvSpPr>
        <p:spPr>
          <a:xfrm>
            <a:off x="3575050" y="227543"/>
            <a:ext cx="5111750" cy="4877594"/>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2" y="1195918"/>
            <a:ext cx="3008313" cy="39092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475796C5-C1BF-A325-CB9C-74140A6AA729}"/>
              </a:ext>
            </a:extLst>
          </p:cNvPr>
          <p:cNvSpPr>
            <a:spLocks noGrp="1"/>
          </p:cNvSpPr>
          <p:nvPr>
            <p:ph type="dt" sz="half" idx="10"/>
          </p:nvPr>
        </p:nvSpPr>
        <p:spPr/>
        <p:txBody>
          <a:bodyPr/>
          <a:lstStyle>
            <a:lvl1pPr>
              <a:defRPr/>
            </a:lvl1pPr>
          </a:lstStyle>
          <a:p>
            <a:pPr>
              <a:defRPr/>
            </a:pPr>
            <a:fld id="{026533E3-F809-4A4C-B321-078A8BBC0A75}" type="datetimeFigureOut">
              <a:rPr lang="en-GB" altLang="en-US"/>
              <a:pPr>
                <a:defRPr/>
              </a:pPr>
              <a:t>15/10/2026</a:t>
            </a:fld>
            <a:endParaRPr lang="en-GB" altLang="en-US"/>
          </a:p>
        </p:txBody>
      </p:sp>
      <p:sp>
        <p:nvSpPr>
          <p:cNvPr id="6" name="Footer Placeholder 4">
            <a:extLst>
              <a:ext uri="{FF2B5EF4-FFF2-40B4-BE49-F238E27FC236}">
                <a16:creationId xmlns:a16="http://schemas.microsoft.com/office/drawing/2014/main" id="{BBC008BE-BB39-B28A-DCAC-C8E360DAD0A0}"/>
              </a:ext>
            </a:extLst>
          </p:cNvPr>
          <p:cNvSpPr>
            <a:spLocks noGrp="1"/>
          </p:cNvSpPr>
          <p:nvPr>
            <p:ph type="ftr" sz="quarter" idx="11"/>
          </p:nvPr>
        </p:nvSpPr>
        <p:spPr/>
        <p:txBody>
          <a:bodyPr/>
          <a:lstStyle>
            <a:lvl1pPr>
              <a:defRPr/>
            </a:lvl1pPr>
          </a:lstStyle>
          <a:p>
            <a:pPr>
              <a:defRPr/>
            </a:pPr>
            <a:endParaRPr lang="en-GB" altLang="en-US"/>
          </a:p>
        </p:txBody>
      </p:sp>
      <p:sp>
        <p:nvSpPr>
          <p:cNvPr id="7" name="Slide Number Placeholder 5">
            <a:extLst>
              <a:ext uri="{FF2B5EF4-FFF2-40B4-BE49-F238E27FC236}">
                <a16:creationId xmlns:a16="http://schemas.microsoft.com/office/drawing/2014/main" id="{48F499C8-82E2-A307-9ED5-D8E780A4B1EF}"/>
              </a:ext>
            </a:extLst>
          </p:cNvPr>
          <p:cNvSpPr>
            <a:spLocks noGrp="1"/>
          </p:cNvSpPr>
          <p:nvPr>
            <p:ph type="sldNum" sz="quarter" idx="12"/>
          </p:nvPr>
        </p:nvSpPr>
        <p:spPr/>
        <p:txBody>
          <a:bodyPr/>
          <a:lstStyle>
            <a:lvl1pPr>
              <a:defRPr/>
            </a:lvl1pPr>
          </a:lstStyle>
          <a:p>
            <a:pPr>
              <a:defRPr/>
            </a:pPr>
            <a:fld id="{28E37364-9C8B-BD49-837D-9CC161D709D8}" type="slidenum">
              <a:rPr lang="en-GB" altLang="en-US"/>
              <a:pPr>
                <a:defRPr/>
              </a:pPr>
              <a:t>‹#›</a:t>
            </a:fld>
            <a:endParaRPr lang="en-GB" altLang="en-US"/>
          </a:p>
        </p:txBody>
      </p:sp>
    </p:spTree>
    <p:extLst>
      <p:ext uri="{BB962C8B-B14F-4D97-AF65-F5344CB8AC3E}">
        <p14:creationId xmlns:p14="http://schemas.microsoft.com/office/powerpoint/2010/main" val="15845596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000500"/>
            <a:ext cx="5486400" cy="472282"/>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1792288" y="510646"/>
            <a:ext cx="5486400" cy="34290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GB" noProof="0"/>
          </a:p>
        </p:txBody>
      </p:sp>
      <p:sp>
        <p:nvSpPr>
          <p:cNvPr id="4" name="Text Placeholder 3"/>
          <p:cNvSpPr>
            <a:spLocks noGrp="1"/>
          </p:cNvSpPr>
          <p:nvPr>
            <p:ph type="body" sz="half" idx="2"/>
          </p:nvPr>
        </p:nvSpPr>
        <p:spPr>
          <a:xfrm>
            <a:off x="1792288" y="4472782"/>
            <a:ext cx="5486400" cy="67071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224A5ED0-3A27-B4B7-C555-F27A84E0EE59}"/>
              </a:ext>
            </a:extLst>
          </p:cNvPr>
          <p:cNvSpPr>
            <a:spLocks noGrp="1"/>
          </p:cNvSpPr>
          <p:nvPr>
            <p:ph type="dt" sz="half" idx="10"/>
          </p:nvPr>
        </p:nvSpPr>
        <p:spPr/>
        <p:txBody>
          <a:bodyPr/>
          <a:lstStyle>
            <a:lvl1pPr>
              <a:defRPr/>
            </a:lvl1pPr>
          </a:lstStyle>
          <a:p>
            <a:pPr>
              <a:defRPr/>
            </a:pPr>
            <a:fld id="{1C3E3F44-EBD3-AA4B-A049-E17480450DAC}" type="datetimeFigureOut">
              <a:rPr lang="en-GB" altLang="en-US"/>
              <a:pPr>
                <a:defRPr/>
              </a:pPr>
              <a:t>15/10/2026</a:t>
            </a:fld>
            <a:endParaRPr lang="en-GB" altLang="en-US"/>
          </a:p>
        </p:txBody>
      </p:sp>
      <p:sp>
        <p:nvSpPr>
          <p:cNvPr id="6" name="Footer Placeholder 4">
            <a:extLst>
              <a:ext uri="{FF2B5EF4-FFF2-40B4-BE49-F238E27FC236}">
                <a16:creationId xmlns:a16="http://schemas.microsoft.com/office/drawing/2014/main" id="{61A0F89A-EBAF-299A-18D5-E8A316E89F31}"/>
              </a:ext>
            </a:extLst>
          </p:cNvPr>
          <p:cNvSpPr>
            <a:spLocks noGrp="1"/>
          </p:cNvSpPr>
          <p:nvPr>
            <p:ph type="ftr" sz="quarter" idx="11"/>
          </p:nvPr>
        </p:nvSpPr>
        <p:spPr/>
        <p:txBody>
          <a:bodyPr/>
          <a:lstStyle>
            <a:lvl1pPr>
              <a:defRPr/>
            </a:lvl1pPr>
          </a:lstStyle>
          <a:p>
            <a:pPr>
              <a:defRPr/>
            </a:pPr>
            <a:endParaRPr lang="en-GB" altLang="en-US"/>
          </a:p>
        </p:txBody>
      </p:sp>
      <p:sp>
        <p:nvSpPr>
          <p:cNvPr id="7" name="Slide Number Placeholder 5">
            <a:extLst>
              <a:ext uri="{FF2B5EF4-FFF2-40B4-BE49-F238E27FC236}">
                <a16:creationId xmlns:a16="http://schemas.microsoft.com/office/drawing/2014/main" id="{6A1DE4BD-5361-DEDE-A856-BF9E6A79E267}"/>
              </a:ext>
            </a:extLst>
          </p:cNvPr>
          <p:cNvSpPr>
            <a:spLocks noGrp="1"/>
          </p:cNvSpPr>
          <p:nvPr>
            <p:ph type="sldNum" sz="quarter" idx="12"/>
          </p:nvPr>
        </p:nvSpPr>
        <p:spPr/>
        <p:txBody>
          <a:bodyPr/>
          <a:lstStyle>
            <a:lvl1pPr>
              <a:defRPr/>
            </a:lvl1pPr>
          </a:lstStyle>
          <a:p>
            <a:pPr>
              <a:defRPr/>
            </a:pPr>
            <a:fld id="{B312D6FE-D36F-6943-9CB4-B809CC0CC499}" type="slidenum">
              <a:rPr lang="en-GB" altLang="en-US"/>
              <a:pPr>
                <a:defRPr/>
              </a:pPr>
              <a:t>‹#›</a:t>
            </a:fld>
            <a:endParaRPr lang="en-GB" altLang="en-US"/>
          </a:p>
        </p:txBody>
      </p:sp>
    </p:spTree>
    <p:extLst>
      <p:ext uri="{BB962C8B-B14F-4D97-AF65-F5344CB8AC3E}">
        <p14:creationId xmlns:p14="http://schemas.microsoft.com/office/powerpoint/2010/main" val="22186081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934B8EBC-4AD7-4F45-C968-6062D4651493}"/>
              </a:ext>
            </a:extLst>
          </p:cNvPr>
          <p:cNvSpPr>
            <a:spLocks noGrp="1"/>
          </p:cNvSpPr>
          <p:nvPr>
            <p:ph type="dt" sz="half" idx="10"/>
          </p:nvPr>
        </p:nvSpPr>
        <p:spPr/>
        <p:txBody>
          <a:bodyPr/>
          <a:lstStyle>
            <a:lvl1pPr>
              <a:defRPr/>
            </a:lvl1pPr>
          </a:lstStyle>
          <a:p>
            <a:pPr>
              <a:defRPr/>
            </a:pPr>
            <a:fld id="{6CC38090-7779-5E41-B9D3-92076ABD93ED}" type="datetimeFigureOut">
              <a:rPr lang="en-GB" altLang="en-US"/>
              <a:pPr>
                <a:defRPr/>
              </a:pPr>
              <a:t>15/10/2026</a:t>
            </a:fld>
            <a:endParaRPr lang="en-GB" altLang="en-US"/>
          </a:p>
        </p:txBody>
      </p:sp>
      <p:sp>
        <p:nvSpPr>
          <p:cNvPr id="5" name="Footer Placeholder 4">
            <a:extLst>
              <a:ext uri="{FF2B5EF4-FFF2-40B4-BE49-F238E27FC236}">
                <a16:creationId xmlns:a16="http://schemas.microsoft.com/office/drawing/2014/main" id="{6363AECE-5DB3-EE28-9F03-C05111D85E10}"/>
              </a:ext>
            </a:extLst>
          </p:cNvPr>
          <p:cNvSpPr>
            <a:spLocks noGrp="1"/>
          </p:cNvSpPr>
          <p:nvPr>
            <p:ph type="ftr" sz="quarter" idx="11"/>
          </p:nvPr>
        </p:nvSpPr>
        <p:spPr/>
        <p:txBody>
          <a:bodyPr/>
          <a:lstStyle>
            <a:lvl1pPr>
              <a:defRPr/>
            </a:lvl1pPr>
          </a:lstStyle>
          <a:p>
            <a:pPr>
              <a:defRPr/>
            </a:pPr>
            <a:endParaRPr lang="en-GB" altLang="en-US"/>
          </a:p>
        </p:txBody>
      </p:sp>
      <p:sp>
        <p:nvSpPr>
          <p:cNvPr id="6" name="Slide Number Placeholder 5">
            <a:extLst>
              <a:ext uri="{FF2B5EF4-FFF2-40B4-BE49-F238E27FC236}">
                <a16:creationId xmlns:a16="http://schemas.microsoft.com/office/drawing/2014/main" id="{83102170-0A21-DD3F-AE2F-85DCA06664BB}"/>
              </a:ext>
            </a:extLst>
          </p:cNvPr>
          <p:cNvSpPr>
            <a:spLocks noGrp="1"/>
          </p:cNvSpPr>
          <p:nvPr>
            <p:ph type="sldNum" sz="quarter" idx="12"/>
          </p:nvPr>
        </p:nvSpPr>
        <p:spPr/>
        <p:txBody>
          <a:bodyPr/>
          <a:lstStyle>
            <a:lvl1pPr>
              <a:defRPr/>
            </a:lvl1pPr>
          </a:lstStyle>
          <a:p>
            <a:pPr>
              <a:defRPr/>
            </a:pPr>
            <a:fld id="{691DEFD8-F20F-7440-8250-0FCFC5307F5D}" type="slidenum">
              <a:rPr lang="en-GB" altLang="en-US"/>
              <a:pPr>
                <a:defRPr/>
              </a:pPr>
              <a:t>‹#›</a:t>
            </a:fld>
            <a:endParaRPr lang="en-GB" altLang="en-US"/>
          </a:p>
        </p:txBody>
      </p:sp>
    </p:spTree>
    <p:extLst>
      <p:ext uri="{BB962C8B-B14F-4D97-AF65-F5344CB8AC3E}">
        <p14:creationId xmlns:p14="http://schemas.microsoft.com/office/powerpoint/2010/main" val="135697905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28866"/>
            <a:ext cx="2057400" cy="4876271"/>
          </a:xfrm>
        </p:spPr>
        <p:txBody>
          <a:bodyPr vert="eaVert"/>
          <a:lstStyle/>
          <a:p>
            <a:r>
              <a:rPr lang="en-US"/>
              <a:t>Click to edit Master title style</a:t>
            </a:r>
            <a:endParaRPr lang="en-GB"/>
          </a:p>
        </p:txBody>
      </p:sp>
      <p:sp>
        <p:nvSpPr>
          <p:cNvPr id="3" name="Vertical Text Placeholder 2"/>
          <p:cNvSpPr>
            <a:spLocks noGrp="1"/>
          </p:cNvSpPr>
          <p:nvPr>
            <p:ph type="body" orient="vert" idx="1"/>
          </p:nvPr>
        </p:nvSpPr>
        <p:spPr>
          <a:xfrm>
            <a:off x="457200" y="228866"/>
            <a:ext cx="6019800" cy="487627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121CB355-381C-508F-01B7-6AF94AC75FB9}"/>
              </a:ext>
            </a:extLst>
          </p:cNvPr>
          <p:cNvSpPr>
            <a:spLocks noGrp="1"/>
          </p:cNvSpPr>
          <p:nvPr>
            <p:ph type="dt" sz="half" idx="10"/>
          </p:nvPr>
        </p:nvSpPr>
        <p:spPr/>
        <p:txBody>
          <a:bodyPr/>
          <a:lstStyle>
            <a:lvl1pPr>
              <a:defRPr/>
            </a:lvl1pPr>
          </a:lstStyle>
          <a:p>
            <a:pPr>
              <a:defRPr/>
            </a:pPr>
            <a:fld id="{13575EA9-3B85-2A4B-BB45-5FA1FF2FF62A}" type="datetimeFigureOut">
              <a:rPr lang="en-GB" altLang="en-US"/>
              <a:pPr>
                <a:defRPr/>
              </a:pPr>
              <a:t>15/10/2026</a:t>
            </a:fld>
            <a:endParaRPr lang="en-GB" altLang="en-US"/>
          </a:p>
        </p:txBody>
      </p:sp>
      <p:sp>
        <p:nvSpPr>
          <p:cNvPr id="5" name="Footer Placeholder 4">
            <a:extLst>
              <a:ext uri="{FF2B5EF4-FFF2-40B4-BE49-F238E27FC236}">
                <a16:creationId xmlns:a16="http://schemas.microsoft.com/office/drawing/2014/main" id="{DC31CE77-213E-B92A-4824-2E1C0EFA01BD}"/>
              </a:ext>
            </a:extLst>
          </p:cNvPr>
          <p:cNvSpPr>
            <a:spLocks noGrp="1"/>
          </p:cNvSpPr>
          <p:nvPr>
            <p:ph type="ftr" sz="quarter" idx="11"/>
          </p:nvPr>
        </p:nvSpPr>
        <p:spPr/>
        <p:txBody>
          <a:bodyPr/>
          <a:lstStyle>
            <a:lvl1pPr>
              <a:defRPr/>
            </a:lvl1pPr>
          </a:lstStyle>
          <a:p>
            <a:pPr>
              <a:defRPr/>
            </a:pPr>
            <a:endParaRPr lang="en-GB" altLang="en-US"/>
          </a:p>
        </p:txBody>
      </p:sp>
      <p:sp>
        <p:nvSpPr>
          <p:cNvPr id="6" name="Slide Number Placeholder 5">
            <a:extLst>
              <a:ext uri="{FF2B5EF4-FFF2-40B4-BE49-F238E27FC236}">
                <a16:creationId xmlns:a16="http://schemas.microsoft.com/office/drawing/2014/main" id="{9D459D87-A517-369A-13B7-2C02143A5975}"/>
              </a:ext>
            </a:extLst>
          </p:cNvPr>
          <p:cNvSpPr>
            <a:spLocks noGrp="1"/>
          </p:cNvSpPr>
          <p:nvPr>
            <p:ph type="sldNum" sz="quarter" idx="12"/>
          </p:nvPr>
        </p:nvSpPr>
        <p:spPr/>
        <p:txBody>
          <a:bodyPr/>
          <a:lstStyle>
            <a:lvl1pPr>
              <a:defRPr/>
            </a:lvl1pPr>
          </a:lstStyle>
          <a:p>
            <a:pPr>
              <a:defRPr/>
            </a:pPr>
            <a:fld id="{E1086CC1-E868-014A-854E-B2C390B02FA5}" type="slidenum">
              <a:rPr lang="en-GB" altLang="en-US"/>
              <a:pPr>
                <a:defRPr/>
              </a:pPr>
              <a:t>‹#›</a:t>
            </a:fld>
            <a:endParaRPr lang="en-GB" altLang="en-US"/>
          </a:p>
        </p:txBody>
      </p:sp>
    </p:spTree>
    <p:extLst>
      <p:ext uri="{BB962C8B-B14F-4D97-AF65-F5344CB8AC3E}">
        <p14:creationId xmlns:p14="http://schemas.microsoft.com/office/powerpoint/2010/main" val="325549888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2"/>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59880F8D-965B-3A78-6D65-3AD2CFEF09D6}"/>
              </a:ext>
            </a:extLst>
          </p:cNvPr>
          <p:cNvSpPr>
            <a:spLocks noGrp="1"/>
          </p:cNvSpPr>
          <p:nvPr>
            <p:ph type="dt" sz="half" idx="10"/>
          </p:nvPr>
        </p:nvSpPr>
        <p:spPr/>
        <p:txBody>
          <a:bodyPr/>
          <a:lstStyle>
            <a:lvl1pPr>
              <a:defRPr/>
            </a:lvl1pPr>
          </a:lstStyle>
          <a:p>
            <a:pPr>
              <a:defRPr/>
            </a:pPr>
            <a:fld id="{14F95B02-4804-C741-9975-81A46383C552}" type="datetimeFigureOut">
              <a:rPr lang="en-GB" altLang="en-US"/>
              <a:pPr>
                <a:defRPr/>
              </a:pPr>
              <a:t>15/10/2026</a:t>
            </a:fld>
            <a:endParaRPr lang="en-GB" altLang="en-US"/>
          </a:p>
        </p:txBody>
      </p:sp>
      <p:sp>
        <p:nvSpPr>
          <p:cNvPr id="5" name="Footer Placeholder 4">
            <a:extLst>
              <a:ext uri="{FF2B5EF4-FFF2-40B4-BE49-F238E27FC236}">
                <a16:creationId xmlns:a16="http://schemas.microsoft.com/office/drawing/2014/main" id="{1175BEAB-BFD2-A8E5-5EC9-DFCF3589620B}"/>
              </a:ext>
            </a:extLst>
          </p:cNvPr>
          <p:cNvSpPr>
            <a:spLocks noGrp="1"/>
          </p:cNvSpPr>
          <p:nvPr>
            <p:ph type="ftr" sz="quarter" idx="11"/>
          </p:nvPr>
        </p:nvSpPr>
        <p:spPr/>
        <p:txBody>
          <a:bodyPr/>
          <a:lstStyle>
            <a:lvl1pPr>
              <a:defRPr/>
            </a:lvl1pPr>
          </a:lstStyle>
          <a:p>
            <a:pPr>
              <a:defRPr/>
            </a:pPr>
            <a:endParaRPr lang="en-GB" altLang="en-US"/>
          </a:p>
        </p:txBody>
      </p:sp>
      <p:sp>
        <p:nvSpPr>
          <p:cNvPr id="6" name="Slide Number Placeholder 5">
            <a:extLst>
              <a:ext uri="{FF2B5EF4-FFF2-40B4-BE49-F238E27FC236}">
                <a16:creationId xmlns:a16="http://schemas.microsoft.com/office/drawing/2014/main" id="{5E65E6B8-702C-A32C-AB32-FE8D20B290D2}"/>
              </a:ext>
            </a:extLst>
          </p:cNvPr>
          <p:cNvSpPr>
            <a:spLocks noGrp="1"/>
          </p:cNvSpPr>
          <p:nvPr>
            <p:ph type="sldNum" sz="quarter" idx="12"/>
          </p:nvPr>
        </p:nvSpPr>
        <p:spPr/>
        <p:txBody>
          <a:bodyPr/>
          <a:lstStyle>
            <a:lvl1pPr>
              <a:defRPr/>
            </a:lvl1pPr>
          </a:lstStyle>
          <a:p>
            <a:pPr>
              <a:defRPr/>
            </a:pPr>
            <a:fld id="{B7E75E35-17AC-AF40-87BD-1D9720BEF7AB}" type="slidenum">
              <a:rPr lang="en-GB" altLang="en-US"/>
              <a:pPr>
                <a:defRPr/>
              </a:pPr>
              <a:t>‹#›</a:t>
            </a:fld>
            <a:endParaRPr lang="en-GB" altLang="en-US"/>
          </a:p>
        </p:txBody>
      </p:sp>
    </p:spTree>
    <p:extLst>
      <p:ext uri="{BB962C8B-B14F-4D97-AF65-F5344CB8AC3E}">
        <p14:creationId xmlns:p14="http://schemas.microsoft.com/office/powerpoint/2010/main" val="303429817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14F145B4-F0BF-2A9D-BC89-16B17098315E}"/>
              </a:ext>
            </a:extLst>
          </p:cNvPr>
          <p:cNvSpPr>
            <a:spLocks noGrp="1"/>
          </p:cNvSpPr>
          <p:nvPr>
            <p:ph type="title"/>
          </p:nvPr>
        </p:nvSpPr>
        <p:spPr bwMode="auto">
          <a:xfrm>
            <a:off x="457200" y="228600"/>
            <a:ext cx="8229600" cy="95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GB" altLang="en-US"/>
          </a:p>
        </p:txBody>
      </p:sp>
      <p:sp>
        <p:nvSpPr>
          <p:cNvPr id="1027" name="Text Placeholder 2">
            <a:extLst>
              <a:ext uri="{FF2B5EF4-FFF2-40B4-BE49-F238E27FC236}">
                <a16:creationId xmlns:a16="http://schemas.microsoft.com/office/drawing/2014/main" id="{C79D7901-F1C8-753B-267C-ECDB6CDA1D81}"/>
              </a:ext>
            </a:extLst>
          </p:cNvPr>
          <p:cNvSpPr>
            <a:spLocks noGrp="1"/>
          </p:cNvSpPr>
          <p:nvPr>
            <p:ph type="body" idx="1"/>
          </p:nvPr>
        </p:nvSpPr>
        <p:spPr bwMode="auto">
          <a:xfrm>
            <a:off x="457200" y="1333500"/>
            <a:ext cx="8229600"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GB" altLang="en-US"/>
          </a:p>
        </p:txBody>
      </p:sp>
      <p:sp>
        <p:nvSpPr>
          <p:cNvPr id="4" name="Date Placeholder 3">
            <a:extLst>
              <a:ext uri="{FF2B5EF4-FFF2-40B4-BE49-F238E27FC236}">
                <a16:creationId xmlns:a16="http://schemas.microsoft.com/office/drawing/2014/main" id="{9BF6BEB7-94AF-F35E-BBF9-7220E83D1FD4}"/>
              </a:ext>
            </a:extLst>
          </p:cNvPr>
          <p:cNvSpPr>
            <a:spLocks noGrp="1"/>
          </p:cNvSpPr>
          <p:nvPr>
            <p:ph type="dt" sz="half" idx="2"/>
          </p:nvPr>
        </p:nvSpPr>
        <p:spPr>
          <a:xfrm>
            <a:off x="457200" y="5297488"/>
            <a:ext cx="2133600" cy="303212"/>
          </a:xfrm>
          <a:prstGeom prst="rect">
            <a:avLst/>
          </a:prstGeom>
        </p:spPr>
        <p:txBody>
          <a:bodyPr vert="horz" wrap="square" lIns="91440" tIns="45720" rIns="91440" bIns="45720" numCol="1" anchor="ctr" anchorCtr="0" compatLnSpc="1">
            <a:prstTxWarp prst="textNoShape">
              <a:avLst/>
            </a:prstTxWarp>
          </a:bodyPr>
          <a:lstStyle>
            <a:lvl1pPr eaLnBrk="1" hangingPunct="1">
              <a:defRPr sz="1200">
                <a:solidFill>
                  <a:srgbClr val="898989"/>
                </a:solidFill>
              </a:defRPr>
            </a:lvl1pPr>
          </a:lstStyle>
          <a:p>
            <a:pPr>
              <a:defRPr/>
            </a:pPr>
            <a:fld id="{7A317252-E75A-3E44-B0C9-D2090F3953F5}" type="datetimeFigureOut">
              <a:rPr lang="en-GB" altLang="en-US"/>
              <a:pPr>
                <a:defRPr/>
              </a:pPr>
              <a:t>15/10/2026</a:t>
            </a:fld>
            <a:endParaRPr lang="en-GB" altLang="en-US"/>
          </a:p>
        </p:txBody>
      </p:sp>
      <p:sp>
        <p:nvSpPr>
          <p:cNvPr id="5" name="Footer Placeholder 4">
            <a:extLst>
              <a:ext uri="{FF2B5EF4-FFF2-40B4-BE49-F238E27FC236}">
                <a16:creationId xmlns:a16="http://schemas.microsoft.com/office/drawing/2014/main" id="{513D4E74-63DD-ACC8-E716-98462EDC1818}"/>
              </a:ext>
            </a:extLst>
          </p:cNvPr>
          <p:cNvSpPr>
            <a:spLocks noGrp="1"/>
          </p:cNvSpPr>
          <p:nvPr>
            <p:ph type="ftr" sz="quarter" idx="3"/>
          </p:nvPr>
        </p:nvSpPr>
        <p:spPr>
          <a:xfrm>
            <a:off x="3124200" y="5297488"/>
            <a:ext cx="2895600" cy="303212"/>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200">
                <a:solidFill>
                  <a:srgbClr val="898989"/>
                </a:solidFill>
              </a:defRPr>
            </a:lvl1pPr>
          </a:lstStyle>
          <a:p>
            <a:pPr>
              <a:defRPr/>
            </a:pPr>
            <a:endParaRPr lang="en-GB" altLang="en-US"/>
          </a:p>
        </p:txBody>
      </p:sp>
      <p:sp>
        <p:nvSpPr>
          <p:cNvPr id="6" name="Slide Number Placeholder 5">
            <a:extLst>
              <a:ext uri="{FF2B5EF4-FFF2-40B4-BE49-F238E27FC236}">
                <a16:creationId xmlns:a16="http://schemas.microsoft.com/office/drawing/2014/main" id="{2CE01297-F4BB-67A6-BC64-DC2915D3248F}"/>
              </a:ext>
            </a:extLst>
          </p:cNvPr>
          <p:cNvSpPr>
            <a:spLocks noGrp="1"/>
          </p:cNvSpPr>
          <p:nvPr>
            <p:ph type="sldNum" sz="quarter" idx="4"/>
          </p:nvPr>
        </p:nvSpPr>
        <p:spPr>
          <a:xfrm>
            <a:off x="6553200" y="5297488"/>
            <a:ext cx="2133600" cy="303212"/>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2982F266-F539-B54B-9F71-DCAF6EEBCFDD}" type="slidenum">
              <a:rPr lang="en-GB" altLang="en-US"/>
              <a:pPr>
                <a:defRPr/>
              </a:pPr>
              <a:t>‹#›</a:t>
            </a:fld>
            <a:endParaRPr lang="en-GB"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5.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hyperlink" Target="https://asecuritysite.com/encryption/pickg" TargetMode="Externa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5" name="Title 1">
            <a:extLst>
              <a:ext uri="{FF2B5EF4-FFF2-40B4-BE49-F238E27FC236}">
                <a16:creationId xmlns:a16="http://schemas.microsoft.com/office/drawing/2014/main" id="{C30E38E4-775F-BABE-0A79-95D3809B6582}"/>
              </a:ext>
            </a:extLst>
          </p:cNvPr>
          <p:cNvSpPr>
            <a:spLocks noGrp="1"/>
          </p:cNvSpPr>
          <p:nvPr>
            <p:ph type="title"/>
          </p:nvPr>
        </p:nvSpPr>
        <p:spPr>
          <a:xfrm>
            <a:off x="468313" y="2425700"/>
            <a:ext cx="5327650" cy="952500"/>
          </a:xfrm>
        </p:spPr>
        <p:txBody>
          <a:bodyPr/>
          <a:lstStyle/>
          <a:p>
            <a:pPr algn="l"/>
            <a:r>
              <a:rPr lang="en-US" altLang="en-US" b="1">
                <a:solidFill>
                  <a:srgbClr val="C00000"/>
                </a:solidFill>
              </a:rPr>
              <a:t>Key Exchange</a:t>
            </a:r>
            <a:br>
              <a:rPr lang="en-US" altLang="en-US" b="1">
                <a:solidFill>
                  <a:srgbClr val="C00000"/>
                </a:solidFill>
              </a:rPr>
            </a:br>
            <a:br>
              <a:rPr lang="en-US" altLang="en-US" b="1">
                <a:solidFill>
                  <a:srgbClr val="C00000"/>
                </a:solidFill>
              </a:rPr>
            </a:br>
            <a:r>
              <a:rPr lang="en-US" altLang="en-US" sz="2000">
                <a:solidFill>
                  <a:srgbClr val="C00000"/>
                </a:solidFill>
              </a:rPr>
              <a:t>Diffie-Hellman</a:t>
            </a:r>
            <a:br>
              <a:rPr lang="en-US" altLang="en-US" sz="2000">
                <a:solidFill>
                  <a:srgbClr val="C00000"/>
                </a:solidFill>
              </a:rPr>
            </a:br>
            <a:r>
              <a:rPr lang="en-US" altLang="en-US" sz="2000">
                <a:solidFill>
                  <a:srgbClr val="C00000"/>
                </a:solidFill>
              </a:rPr>
              <a:t>Diffie-Hellman Weaknesses</a:t>
            </a:r>
            <a:br>
              <a:rPr lang="en-US" altLang="en-US" sz="2000">
                <a:solidFill>
                  <a:srgbClr val="C00000"/>
                </a:solidFill>
              </a:rPr>
            </a:br>
            <a:r>
              <a:rPr lang="en-US" altLang="en-US" sz="2000">
                <a:solidFill>
                  <a:srgbClr val="C00000"/>
                </a:solidFill>
              </a:rPr>
              <a:t>Passing Key Using Public Key</a:t>
            </a:r>
            <a:br>
              <a:rPr lang="en-US" altLang="en-US" sz="2000" b="1">
                <a:solidFill>
                  <a:srgbClr val="C00000"/>
                </a:solidFill>
              </a:rPr>
            </a:br>
            <a:br>
              <a:rPr lang="en-US" altLang="en-US" b="1">
                <a:solidFill>
                  <a:srgbClr val="C00000"/>
                </a:solidFill>
              </a:rPr>
            </a:br>
            <a:r>
              <a:rPr lang="en-US" altLang="en-US" sz="3000" b="1"/>
              <a:t>Prof Bill Buchanan OBE</a:t>
            </a:r>
            <a:br>
              <a:rPr lang="en-US" altLang="en-US">
                <a:solidFill>
                  <a:srgbClr val="C00000"/>
                </a:solidFill>
              </a:rPr>
            </a:br>
            <a:r>
              <a:rPr lang="en-US" altLang="en-US" sz="2000">
                <a:solidFill>
                  <a:srgbClr val="C00000"/>
                </a:solidFill>
              </a:rPr>
              <a:t>https://asecuritysite.com/dh</a:t>
            </a:r>
            <a:br>
              <a:rPr lang="en-US" altLang="en-US" sz="2000">
                <a:solidFill>
                  <a:srgbClr val="C00000"/>
                </a:solidFill>
              </a:rPr>
            </a:br>
            <a:r>
              <a:rPr lang="en-US" altLang="en-US" sz="2000">
                <a:solidFill>
                  <a:srgbClr val="C00000"/>
                </a:solidFill>
              </a:rPr>
              <a:t>https://asecuritysite.com/ecdh</a:t>
            </a:r>
            <a:br>
              <a:rPr lang="en-US" altLang="en-US" sz="2000">
                <a:solidFill>
                  <a:srgbClr val="C00000"/>
                </a:solidFill>
              </a:rPr>
            </a:br>
            <a:endParaRPr lang="en-US" altLang="en-US" sz="2000">
              <a:solidFill>
                <a:srgbClr val="C00000"/>
              </a:solidFill>
            </a:endParaRPr>
          </a:p>
        </p:txBody>
      </p:sp>
      <p:pic>
        <p:nvPicPr>
          <p:cNvPr id="16386" name="Content Placeholder 3" descr="Text, letter&#10;&#10;Description automatically generated">
            <a:extLst>
              <a:ext uri="{FF2B5EF4-FFF2-40B4-BE49-F238E27FC236}">
                <a16:creationId xmlns:a16="http://schemas.microsoft.com/office/drawing/2014/main" id="{DC48F2B4-AFF4-B4E2-CC97-F1640EF72038}"/>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787900" y="625475"/>
            <a:ext cx="3821113" cy="3771900"/>
          </a:xfr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Title 1">
            <a:extLst>
              <a:ext uri="{FF2B5EF4-FFF2-40B4-BE49-F238E27FC236}">
                <a16:creationId xmlns:a16="http://schemas.microsoft.com/office/drawing/2014/main" id="{B9C9D636-A2A5-F1A6-6217-16F9FE410F11}"/>
              </a:ext>
            </a:extLst>
          </p:cNvPr>
          <p:cNvSpPr>
            <a:spLocks noGrp="1"/>
          </p:cNvSpPr>
          <p:nvPr>
            <p:ph type="title"/>
          </p:nvPr>
        </p:nvSpPr>
        <p:spPr/>
        <p:txBody>
          <a:bodyPr/>
          <a:lstStyle/>
          <a:p>
            <a:pPr eaLnBrk="1" hangingPunct="1"/>
            <a:endParaRPr lang="en-GB" altLang="en-US"/>
          </a:p>
        </p:txBody>
      </p:sp>
      <p:sp>
        <p:nvSpPr>
          <p:cNvPr id="18434" name="Content Placeholder 2">
            <a:extLst>
              <a:ext uri="{FF2B5EF4-FFF2-40B4-BE49-F238E27FC236}">
                <a16:creationId xmlns:a16="http://schemas.microsoft.com/office/drawing/2014/main" id="{D8047500-0DDD-4E45-8A37-22EEC2335899}"/>
              </a:ext>
            </a:extLst>
          </p:cNvPr>
          <p:cNvSpPr>
            <a:spLocks noGrp="1"/>
          </p:cNvSpPr>
          <p:nvPr>
            <p:ph idx="1"/>
          </p:nvPr>
        </p:nvSpPr>
        <p:spPr/>
        <p:txBody>
          <a:bodyPr/>
          <a:lstStyle/>
          <a:p>
            <a:pPr eaLnBrk="1" hangingPunct="1"/>
            <a:endParaRPr lang="en-GB" altLang="en-US"/>
          </a:p>
        </p:txBody>
      </p:sp>
      <p:pic>
        <p:nvPicPr>
          <p:cNvPr id="18435" name="Picture 2">
            <a:extLst>
              <a:ext uri="{FF2B5EF4-FFF2-40B4-BE49-F238E27FC236}">
                <a16:creationId xmlns:a16="http://schemas.microsoft.com/office/drawing/2014/main" id="{881FC9DF-A922-9B14-B7F1-F309F409D5B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638" y="0"/>
            <a:ext cx="9123362"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med">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Title 1">
            <a:extLst>
              <a:ext uri="{FF2B5EF4-FFF2-40B4-BE49-F238E27FC236}">
                <a16:creationId xmlns:a16="http://schemas.microsoft.com/office/drawing/2014/main" id="{290B365C-876D-3348-9732-407D5713F648}"/>
              </a:ext>
            </a:extLst>
          </p:cNvPr>
          <p:cNvSpPr>
            <a:spLocks noGrp="1"/>
          </p:cNvSpPr>
          <p:nvPr>
            <p:ph type="title"/>
          </p:nvPr>
        </p:nvSpPr>
        <p:spPr/>
        <p:txBody>
          <a:bodyPr/>
          <a:lstStyle/>
          <a:p>
            <a:pPr eaLnBrk="1" hangingPunct="1"/>
            <a:endParaRPr lang="en-GB" altLang="en-US"/>
          </a:p>
        </p:txBody>
      </p:sp>
      <p:sp>
        <p:nvSpPr>
          <p:cNvPr id="20482" name="Content Placeholder 2">
            <a:extLst>
              <a:ext uri="{FF2B5EF4-FFF2-40B4-BE49-F238E27FC236}">
                <a16:creationId xmlns:a16="http://schemas.microsoft.com/office/drawing/2014/main" id="{0B7947BC-F16E-4492-B7CC-AA5D6E6FEE22}"/>
              </a:ext>
            </a:extLst>
          </p:cNvPr>
          <p:cNvSpPr>
            <a:spLocks noGrp="1"/>
          </p:cNvSpPr>
          <p:nvPr>
            <p:ph idx="1"/>
          </p:nvPr>
        </p:nvSpPr>
        <p:spPr/>
        <p:txBody>
          <a:bodyPr/>
          <a:lstStyle/>
          <a:p>
            <a:pPr eaLnBrk="1" hangingPunct="1"/>
            <a:endParaRPr lang="en-GB" altLang="en-US"/>
          </a:p>
        </p:txBody>
      </p:sp>
      <p:pic>
        <p:nvPicPr>
          <p:cNvPr id="20483" name="Picture 2">
            <a:extLst>
              <a:ext uri="{FF2B5EF4-FFF2-40B4-BE49-F238E27FC236}">
                <a16:creationId xmlns:a16="http://schemas.microsoft.com/office/drawing/2014/main" id="{A8F2B7A0-C8E3-D0A4-0A6F-EA14A9F4C9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5" y="0"/>
            <a:ext cx="912812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Title 1">
            <a:extLst>
              <a:ext uri="{FF2B5EF4-FFF2-40B4-BE49-F238E27FC236}">
                <a16:creationId xmlns:a16="http://schemas.microsoft.com/office/drawing/2014/main" id="{D3046A8C-9F1D-F6EE-3045-C4394EAC3597}"/>
              </a:ext>
            </a:extLst>
          </p:cNvPr>
          <p:cNvSpPr>
            <a:spLocks noGrp="1"/>
          </p:cNvSpPr>
          <p:nvPr>
            <p:ph type="title"/>
          </p:nvPr>
        </p:nvSpPr>
        <p:spPr>
          <a:xfrm>
            <a:off x="0" y="-225425"/>
            <a:ext cx="8229600" cy="952500"/>
          </a:xfrm>
        </p:spPr>
        <p:txBody>
          <a:bodyPr/>
          <a:lstStyle/>
          <a:p>
            <a:pPr algn="l"/>
            <a:r>
              <a:rPr lang="en-US" altLang="en-US" sz="2000" b="1">
                <a:solidFill>
                  <a:srgbClr val="C00000"/>
                </a:solidFill>
              </a:rPr>
              <a:t>Key Exchange</a:t>
            </a:r>
          </a:p>
        </p:txBody>
      </p:sp>
      <p:sp>
        <p:nvSpPr>
          <p:cNvPr id="22530" name="Content Placeholder 2">
            <a:extLst>
              <a:ext uri="{FF2B5EF4-FFF2-40B4-BE49-F238E27FC236}">
                <a16:creationId xmlns:a16="http://schemas.microsoft.com/office/drawing/2014/main" id="{3E14B513-6913-9DEE-CEF7-8D2D665245EE}"/>
              </a:ext>
            </a:extLst>
          </p:cNvPr>
          <p:cNvSpPr>
            <a:spLocks noGrp="1"/>
          </p:cNvSpPr>
          <p:nvPr>
            <p:ph idx="1"/>
          </p:nvPr>
        </p:nvSpPr>
        <p:spPr>
          <a:xfrm>
            <a:off x="0" y="481013"/>
            <a:ext cx="9118600" cy="3771900"/>
          </a:xfrm>
        </p:spPr>
        <p:txBody>
          <a:bodyPr/>
          <a:lstStyle/>
          <a:p>
            <a:r>
              <a:rPr lang="en-US" altLang="en-US" sz="2400" b="1"/>
              <a:t>Forward secrecy</a:t>
            </a:r>
            <a:r>
              <a:rPr lang="en-US" altLang="en-US" sz="2400"/>
              <a:t> (FS), which means that a comprise of the long-term keys will not compromise any previous session keys. A leakage of the public key of the server would cause all the sessions which used this specific public key to be compromised. FS thus aims to overcome this by making sure that all the sessions keys could not be compromised, even though the long-term key was compromised.  </a:t>
            </a:r>
            <a:endParaRPr lang="en-GB" altLang="en-US" sz="2400"/>
          </a:p>
          <a:p>
            <a:r>
              <a:rPr lang="en-GB" altLang="en-US" sz="2400" b="1"/>
              <a:t>Eph</a:t>
            </a:r>
            <a:r>
              <a:rPr lang="en-US" altLang="en-US" sz="2400" b="1"/>
              <a:t>emeral</a:t>
            </a:r>
            <a:r>
              <a:rPr lang="en-US" altLang="en-US" sz="2400"/>
              <a:t>. With some key exchange methods, the same key will be generated if the same parameters are used on either side. This can cause problems as an intruder could guess the key, or even where the key was static and never changed. With ephemeral methods, a different key is used for each connection, and, again, the leakage of any long-term would not cause all the associated session keys to be breached. </a:t>
            </a:r>
            <a:endParaRPr lang="en-GB" altLang="en-US" sz="2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Title 1">
            <a:extLst>
              <a:ext uri="{FF2B5EF4-FFF2-40B4-BE49-F238E27FC236}">
                <a16:creationId xmlns:a16="http://schemas.microsoft.com/office/drawing/2014/main" id="{7EF8B5F1-32A1-8B3C-EAAA-6795C6F1119C}"/>
              </a:ext>
            </a:extLst>
          </p:cNvPr>
          <p:cNvSpPr>
            <a:spLocks noGrp="1"/>
          </p:cNvSpPr>
          <p:nvPr>
            <p:ph type="title"/>
          </p:nvPr>
        </p:nvSpPr>
        <p:spPr/>
        <p:txBody>
          <a:bodyPr/>
          <a:lstStyle/>
          <a:p>
            <a:pPr eaLnBrk="1" hangingPunct="1"/>
            <a:endParaRPr lang="en-GB" altLang="en-US"/>
          </a:p>
        </p:txBody>
      </p:sp>
      <p:sp>
        <p:nvSpPr>
          <p:cNvPr id="24578" name="Content Placeholder 2">
            <a:extLst>
              <a:ext uri="{FF2B5EF4-FFF2-40B4-BE49-F238E27FC236}">
                <a16:creationId xmlns:a16="http://schemas.microsoft.com/office/drawing/2014/main" id="{59504366-81EA-C7FC-36A3-FCC6D218EFFE}"/>
              </a:ext>
            </a:extLst>
          </p:cNvPr>
          <p:cNvSpPr>
            <a:spLocks noGrp="1"/>
          </p:cNvSpPr>
          <p:nvPr>
            <p:ph idx="1"/>
          </p:nvPr>
        </p:nvSpPr>
        <p:spPr/>
        <p:txBody>
          <a:bodyPr/>
          <a:lstStyle/>
          <a:p>
            <a:pPr eaLnBrk="1" hangingPunct="1"/>
            <a:endParaRPr lang="en-GB" altLang="en-US"/>
          </a:p>
        </p:txBody>
      </p:sp>
    </p:spTree>
    <p:custDataLst>
      <p:tags r:id="rId1"/>
    </p:custDataLst>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itle 1">
            <a:extLst>
              <a:ext uri="{FF2B5EF4-FFF2-40B4-BE49-F238E27FC236}">
                <a16:creationId xmlns:a16="http://schemas.microsoft.com/office/drawing/2014/main" id="{714F7A22-9AF6-2744-F9CC-95C16888451C}"/>
              </a:ext>
            </a:extLst>
          </p:cNvPr>
          <p:cNvSpPr>
            <a:spLocks noGrp="1"/>
          </p:cNvSpPr>
          <p:nvPr>
            <p:ph type="title"/>
          </p:nvPr>
        </p:nvSpPr>
        <p:spPr/>
        <p:txBody>
          <a:bodyPr/>
          <a:lstStyle/>
          <a:p>
            <a:endParaRPr lang="en-US" altLang="en-US"/>
          </a:p>
        </p:txBody>
      </p:sp>
      <p:sp>
        <p:nvSpPr>
          <p:cNvPr id="26626" name="Content Placeholder 2">
            <a:extLst>
              <a:ext uri="{FF2B5EF4-FFF2-40B4-BE49-F238E27FC236}">
                <a16:creationId xmlns:a16="http://schemas.microsoft.com/office/drawing/2014/main" id="{2567D716-511F-80C2-9CB5-B1F4474B2D1D}"/>
              </a:ext>
            </a:extLst>
          </p:cNvPr>
          <p:cNvSpPr>
            <a:spLocks noGrp="1"/>
          </p:cNvSpPr>
          <p:nvPr>
            <p:ph idx="1"/>
          </p:nvPr>
        </p:nvSpPr>
        <p:spPr/>
        <p:txBody>
          <a:bodyPr/>
          <a:lstStyle/>
          <a:p>
            <a:endParaRPr lang="en-US" altLang="en-US"/>
          </a:p>
        </p:txBody>
      </p:sp>
      <p:pic>
        <p:nvPicPr>
          <p:cNvPr id="26627" name="Picture 3">
            <a:extLst>
              <a:ext uri="{FF2B5EF4-FFF2-40B4-BE49-F238E27FC236}">
                <a16:creationId xmlns:a16="http://schemas.microsoft.com/office/drawing/2014/main" id="{A408E5C8-2E00-55EE-1A1E-558BA87E068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Title 1">
            <a:extLst>
              <a:ext uri="{FF2B5EF4-FFF2-40B4-BE49-F238E27FC236}">
                <a16:creationId xmlns:a16="http://schemas.microsoft.com/office/drawing/2014/main" id="{66DAEBE1-0858-DFFD-89F1-58A348DF276A}"/>
              </a:ext>
            </a:extLst>
          </p:cNvPr>
          <p:cNvSpPr>
            <a:spLocks noGrp="1"/>
          </p:cNvSpPr>
          <p:nvPr>
            <p:ph type="title"/>
          </p:nvPr>
        </p:nvSpPr>
        <p:spPr/>
        <p:txBody>
          <a:bodyPr/>
          <a:lstStyle/>
          <a:p>
            <a:endParaRPr lang="en-US" altLang="en-US"/>
          </a:p>
        </p:txBody>
      </p:sp>
      <p:sp>
        <p:nvSpPr>
          <p:cNvPr id="28674" name="Content Placeholder 2">
            <a:extLst>
              <a:ext uri="{FF2B5EF4-FFF2-40B4-BE49-F238E27FC236}">
                <a16:creationId xmlns:a16="http://schemas.microsoft.com/office/drawing/2014/main" id="{98ED08A9-52F6-BD2C-D9B3-6E251575328E}"/>
              </a:ext>
            </a:extLst>
          </p:cNvPr>
          <p:cNvSpPr>
            <a:spLocks noGrp="1"/>
          </p:cNvSpPr>
          <p:nvPr>
            <p:ph idx="1"/>
          </p:nvPr>
        </p:nvSpPr>
        <p:spPr/>
        <p:txBody>
          <a:bodyPr/>
          <a:lstStyle/>
          <a:p>
            <a:endParaRPr lang="en-US" altLang="en-US"/>
          </a:p>
        </p:txBody>
      </p:sp>
      <p:pic>
        <p:nvPicPr>
          <p:cNvPr id="28675" name="Picture 3">
            <a:extLst>
              <a:ext uri="{FF2B5EF4-FFF2-40B4-BE49-F238E27FC236}">
                <a16:creationId xmlns:a16="http://schemas.microsoft.com/office/drawing/2014/main" id="{0F925A53-5D83-B21C-6BFF-9770BF5341A2}"/>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09075"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Title 1">
            <a:extLst>
              <a:ext uri="{FF2B5EF4-FFF2-40B4-BE49-F238E27FC236}">
                <a16:creationId xmlns:a16="http://schemas.microsoft.com/office/drawing/2014/main" id="{EA055627-2213-A4F2-7E19-27780F77EC76}"/>
              </a:ext>
            </a:extLst>
          </p:cNvPr>
          <p:cNvSpPr>
            <a:spLocks noGrp="1"/>
          </p:cNvSpPr>
          <p:nvPr>
            <p:ph type="title"/>
          </p:nvPr>
        </p:nvSpPr>
        <p:spPr/>
        <p:txBody>
          <a:bodyPr/>
          <a:lstStyle/>
          <a:p>
            <a:endParaRPr lang="en-US" altLang="en-US"/>
          </a:p>
        </p:txBody>
      </p:sp>
      <p:sp>
        <p:nvSpPr>
          <p:cNvPr id="30722" name="Content Placeholder 2">
            <a:extLst>
              <a:ext uri="{FF2B5EF4-FFF2-40B4-BE49-F238E27FC236}">
                <a16:creationId xmlns:a16="http://schemas.microsoft.com/office/drawing/2014/main" id="{9B33501D-2524-1C4E-DDB2-D10F3A70D151}"/>
              </a:ext>
            </a:extLst>
          </p:cNvPr>
          <p:cNvSpPr>
            <a:spLocks noGrp="1"/>
          </p:cNvSpPr>
          <p:nvPr>
            <p:ph idx="1"/>
          </p:nvPr>
        </p:nvSpPr>
        <p:spPr/>
        <p:txBody>
          <a:bodyPr/>
          <a:lstStyle/>
          <a:p>
            <a:endParaRPr lang="en-US" altLang="en-US"/>
          </a:p>
        </p:txBody>
      </p:sp>
      <p:pic>
        <p:nvPicPr>
          <p:cNvPr id="30723" name="Picture 3">
            <a:extLst>
              <a:ext uri="{FF2B5EF4-FFF2-40B4-BE49-F238E27FC236}">
                <a16:creationId xmlns:a16="http://schemas.microsoft.com/office/drawing/2014/main" id="{70BE0E83-5CB0-0947-E5FD-2BC61A48AAE0}"/>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9144000" cy="5715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Title 1">
            <a:extLst>
              <a:ext uri="{FF2B5EF4-FFF2-40B4-BE49-F238E27FC236}">
                <a16:creationId xmlns:a16="http://schemas.microsoft.com/office/drawing/2014/main" id="{9EA472FA-3560-70C0-8B3E-74B75CF435DB}"/>
              </a:ext>
            </a:extLst>
          </p:cNvPr>
          <p:cNvSpPr>
            <a:spLocks noGrp="1"/>
          </p:cNvSpPr>
          <p:nvPr>
            <p:ph type="title"/>
          </p:nvPr>
        </p:nvSpPr>
        <p:spPr/>
        <p:txBody>
          <a:bodyPr/>
          <a:lstStyle/>
          <a:p>
            <a:pPr eaLnBrk="1" hangingPunct="1"/>
            <a:endParaRPr lang="en-GB" altLang="en-US"/>
          </a:p>
        </p:txBody>
      </p:sp>
      <p:sp>
        <p:nvSpPr>
          <p:cNvPr id="32770" name="Content Placeholder 2">
            <a:extLst>
              <a:ext uri="{FF2B5EF4-FFF2-40B4-BE49-F238E27FC236}">
                <a16:creationId xmlns:a16="http://schemas.microsoft.com/office/drawing/2014/main" id="{ED73ADED-A238-D50C-075E-4637CE8064D8}"/>
              </a:ext>
            </a:extLst>
          </p:cNvPr>
          <p:cNvSpPr>
            <a:spLocks noGrp="1"/>
          </p:cNvSpPr>
          <p:nvPr>
            <p:ph idx="1"/>
          </p:nvPr>
        </p:nvSpPr>
        <p:spPr/>
        <p:txBody>
          <a:bodyPr/>
          <a:lstStyle/>
          <a:p>
            <a:pPr eaLnBrk="1" hangingPunct="1"/>
            <a:endParaRPr lang="en-GB" altLang="en-US"/>
          </a:p>
        </p:txBody>
      </p:sp>
      <p:pic>
        <p:nvPicPr>
          <p:cNvPr id="32771" name="Picture 5">
            <a:extLst>
              <a:ext uri="{FF2B5EF4-FFF2-40B4-BE49-F238E27FC236}">
                <a16:creationId xmlns:a16="http://schemas.microsoft.com/office/drawing/2014/main" id="{184081A9-3A6E-AAB9-1F24-EADC1F4E61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811213"/>
            <a:ext cx="9144000" cy="409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ustDataLst>
      <p:tags r:id="rId1"/>
    </p:custDataLst>
  </p:cSld>
  <p:clrMapOvr>
    <a:masterClrMapping/>
  </p:clrMapOvr>
  <p:transition spd="med">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Title 1">
            <a:extLst>
              <a:ext uri="{FF2B5EF4-FFF2-40B4-BE49-F238E27FC236}">
                <a16:creationId xmlns:a16="http://schemas.microsoft.com/office/drawing/2014/main" id="{57CACE06-2691-911C-E4E2-94AD21424E6D}"/>
              </a:ext>
            </a:extLst>
          </p:cNvPr>
          <p:cNvSpPr>
            <a:spLocks noGrp="1"/>
          </p:cNvSpPr>
          <p:nvPr>
            <p:ph type="title"/>
          </p:nvPr>
        </p:nvSpPr>
        <p:spPr/>
        <p:txBody>
          <a:bodyPr/>
          <a:lstStyle/>
          <a:p>
            <a:endParaRPr lang="en-US" altLang="en-US"/>
          </a:p>
        </p:txBody>
      </p:sp>
      <p:sp>
        <p:nvSpPr>
          <p:cNvPr id="34818" name="Content Placeholder 2">
            <a:extLst>
              <a:ext uri="{FF2B5EF4-FFF2-40B4-BE49-F238E27FC236}">
                <a16:creationId xmlns:a16="http://schemas.microsoft.com/office/drawing/2014/main" id="{1C0DDF2C-56BE-D2E6-ADD5-6B5AC524B6FB}"/>
              </a:ext>
            </a:extLst>
          </p:cNvPr>
          <p:cNvSpPr>
            <a:spLocks noGrp="1"/>
          </p:cNvSpPr>
          <p:nvPr>
            <p:ph idx="1"/>
          </p:nvPr>
        </p:nvSpPr>
        <p:spPr/>
        <p:txBody>
          <a:bodyPr/>
          <a:lstStyle/>
          <a:p>
            <a:endParaRPr lang="en-US" altLang="en-US"/>
          </a:p>
        </p:txBody>
      </p:sp>
      <p:pic>
        <p:nvPicPr>
          <p:cNvPr id="34819" name="Picture 2">
            <a:extLst>
              <a:ext uri="{FF2B5EF4-FFF2-40B4-BE49-F238E27FC236}">
                <a16:creationId xmlns:a16="http://schemas.microsoft.com/office/drawing/2014/main" id="{E8AACA96-9135-D5A6-83F8-E7123C591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04838"/>
            <a:ext cx="9144000" cy="4505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AutoShape 2">
            <a:extLst>
              <a:ext uri="{FF2B5EF4-FFF2-40B4-BE49-F238E27FC236}">
                <a16:creationId xmlns:a16="http://schemas.microsoft.com/office/drawing/2014/main" id="{D1BAEA63-75A5-46C8-FAC5-DBD52F13CA81}"/>
              </a:ext>
            </a:extLst>
          </p:cNvPr>
          <p:cNvSpPr>
            <a:spLocks noChangeAspect="1" noChangeArrowheads="1"/>
          </p:cNvSpPr>
          <p:nvPr/>
        </p:nvSpPr>
        <p:spPr bwMode="auto">
          <a:xfrm>
            <a:off x="0" y="430213"/>
            <a:ext cx="91440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35842" name="AutoShape 6">
            <a:extLst>
              <a:ext uri="{FF2B5EF4-FFF2-40B4-BE49-F238E27FC236}">
                <a16:creationId xmlns:a16="http://schemas.microsoft.com/office/drawing/2014/main" id="{C88DE97D-9D4E-4A6E-B729-7261DA742D23}"/>
              </a:ext>
            </a:extLst>
          </p:cNvPr>
          <p:cNvSpPr>
            <a:spLocks noChangeAspect="1" noChangeArrowheads="1"/>
          </p:cNvSpPr>
          <p:nvPr/>
        </p:nvSpPr>
        <p:spPr bwMode="auto">
          <a:xfrm>
            <a:off x="152400" y="582613"/>
            <a:ext cx="9144000"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pic>
        <p:nvPicPr>
          <p:cNvPr id="35843" name="Picture 9" descr="Diagram&#10;&#10;Description automatically generated">
            <a:extLst>
              <a:ext uri="{FF2B5EF4-FFF2-40B4-BE49-F238E27FC236}">
                <a16:creationId xmlns:a16="http://schemas.microsoft.com/office/drawing/2014/main" id="{A311D93F-1B4B-A282-2712-39B201DD5CF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288" y="792163"/>
            <a:ext cx="7772400" cy="413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Title 1">
            <a:extLst>
              <a:ext uri="{FF2B5EF4-FFF2-40B4-BE49-F238E27FC236}">
                <a16:creationId xmlns:a16="http://schemas.microsoft.com/office/drawing/2014/main" id="{C7FDDE91-0C5E-6FA4-49B5-843413D2CD77}"/>
              </a:ext>
            </a:extLst>
          </p:cNvPr>
          <p:cNvSpPr>
            <a:spLocks noGrp="1"/>
          </p:cNvSpPr>
          <p:nvPr>
            <p:ph type="title"/>
          </p:nvPr>
        </p:nvSpPr>
        <p:spPr>
          <a:xfrm>
            <a:off x="-2557463" y="-228600"/>
            <a:ext cx="8229601" cy="952500"/>
          </a:xfrm>
        </p:spPr>
        <p:txBody>
          <a:bodyPr/>
          <a:lstStyle/>
          <a:p>
            <a:r>
              <a:rPr lang="en-US" altLang="en-US" sz="2000" b="1">
                <a:solidFill>
                  <a:srgbClr val="C00000"/>
                </a:solidFill>
              </a:rPr>
              <a:t>Diffie-Hellman Generator</a:t>
            </a:r>
          </a:p>
        </p:txBody>
      </p:sp>
      <p:sp>
        <p:nvSpPr>
          <p:cNvPr id="36866" name="Content Placeholder 2">
            <a:extLst>
              <a:ext uri="{FF2B5EF4-FFF2-40B4-BE49-F238E27FC236}">
                <a16:creationId xmlns:a16="http://schemas.microsoft.com/office/drawing/2014/main" id="{5C080908-DE71-B551-AFE8-BB87570540C0}"/>
              </a:ext>
            </a:extLst>
          </p:cNvPr>
          <p:cNvSpPr>
            <a:spLocks noGrp="1"/>
          </p:cNvSpPr>
          <p:nvPr>
            <p:ph idx="1"/>
          </p:nvPr>
        </p:nvSpPr>
        <p:spPr>
          <a:xfrm>
            <a:off x="271463" y="741363"/>
            <a:ext cx="5400675" cy="2233612"/>
          </a:xfrm>
        </p:spPr>
        <p:txBody>
          <a:bodyPr/>
          <a:lstStyle/>
          <a:p>
            <a:pPr marL="0" indent="0" eaLnBrk="1" hangingPunct="1">
              <a:spcBef>
                <a:spcPct val="0"/>
              </a:spcBef>
              <a:buFontTx/>
              <a:buNone/>
            </a:pPr>
            <a:r>
              <a:rPr lang="en-US" altLang="en-US" sz="3600"/>
              <a:t>Y = g</a:t>
            </a:r>
            <a:r>
              <a:rPr lang="en-US" altLang="en-US" sz="3600" baseline="30000"/>
              <a:t>x</a:t>
            </a:r>
            <a:r>
              <a:rPr lang="en-US" altLang="en-US" sz="3600"/>
              <a:t> mod p</a:t>
            </a:r>
          </a:p>
        </p:txBody>
      </p:sp>
      <p:sp>
        <p:nvSpPr>
          <p:cNvPr id="36867" name="Rectangle 2">
            <a:extLst>
              <a:ext uri="{FF2B5EF4-FFF2-40B4-BE49-F238E27FC236}">
                <a16:creationId xmlns:a16="http://schemas.microsoft.com/office/drawing/2014/main" id="{62DC03A9-7ADD-570F-48DC-5776773F4FD7}"/>
              </a:ext>
            </a:extLst>
          </p:cNvPr>
          <p:cNvSpPr>
            <a:spLocks noChangeArrowheads="1"/>
          </p:cNvSpPr>
          <p:nvPr/>
        </p:nvSpPr>
        <p:spPr bwMode="auto">
          <a:xfrm>
            <a:off x="411163" y="2719388"/>
            <a:ext cx="11841162"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pic>
        <p:nvPicPr>
          <p:cNvPr id="36868" name="Picture 1">
            <a:extLst>
              <a:ext uri="{FF2B5EF4-FFF2-40B4-BE49-F238E27FC236}">
                <a16:creationId xmlns:a16="http://schemas.microsoft.com/office/drawing/2014/main" id="{EE26A594-1E3B-6635-A602-95AE355410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7500" y="1538288"/>
            <a:ext cx="8826500" cy="2935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5">
            <a:hlinkClick r:id="rId4"/>
            <a:extLst>
              <a:ext uri="{FF2B5EF4-FFF2-40B4-BE49-F238E27FC236}">
                <a16:creationId xmlns:a16="http://schemas.microsoft.com/office/drawing/2014/main" id="{6A01A0D7-7C6F-A9DC-A0A3-5D79747F06C6}"/>
              </a:ext>
            </a:extLst>
          </p:cNvPr>
          <p:cNvSpPr/>
          <p:nvPr/>
        </p:nvSpPr>
        <p:spPr>
          <a:xfrm>
            <a:off x="539750" y="4873625"/>
            <a:ext cx="1295400" cy="57626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dirty="0"/>
              <a:t>Picking G</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Title 1">
            <a:extLst>
              <a:ext uri="{FF2B5EF4-FFF2-40B4-BE49-F238E27FC236}">
                <a16:creationId xmlns:a16="http://schemas.microsoft.com/office/drawing/2014/main" id="{F9362A9F-E089-EE5D-6C56-D427F8F3EA37}"/>
              </a:ext>
            </a:extLst>
          </p:cNvPr>
          <p:cNvSpPr>
            <a:spLocks noGrp="1"/>
          </p:cNvSpPr>
          <p:nvPr>
            <p:ph type="title"/>
          </p:nvPr>
        </p:nvSpPr>
        <p:spPr>
          <a:xfrm>
            <a:off x="-2557463" y="-228600"/>
            <a:ext cx="8229601" cy="952500"/>
          </a:xfrm>
        </p:spPr>
        <p:txBody>
          <a:bodyPr/>
          <a:lstStyle/>
          <a:p>
            <a:r>
              <a:rPr lang="en-US" altLang="en-US" sz="2000" b="1">
                <a:solidFill>
                  <a:srgbClr val="C00000"/>
                </a:solidFill>
              </a:rPr>
              <a:t>Diffie-Hellman Generation</a:t>
            </a:r>
          </a:p>
        </p:txBody>
      </p:sp>
      <p:sp>
        <p:nvSpPr>
          <p:cNvPr id="38914" name="Content Placeholder 2">
            <a:extLst>
              <a:ext uri="{FF2B5EF4-FFF2-40B4-BE49-F238E27FC236}">
                <a16:creationId xmlns:a16="http://schemas.microsoft.com/office/drawing/2014/main" id="{179CF5CF-72F8-EBB7-75A4-66E81FB2945C}"/>
              </a:ext>
            </a:extLst>
          </p:cNvPr>
          <p:cNvSpPr>
            <a:spLocks noGrp="1"/>
          </p:cNvSpPr>
          <p:nvPr>
            <p:ph idx="1"/>
          </p:nvPr>
        </p:nvSpPr>
        <p:spPr>
          <a:xfrm>
            <a:off x="6958013" y="696913"/>
            <a:ext cx="2160587" cy="3771900"/>
          </a:xfrm>
        </p:spPr>
        <p:txBody>
          <a:bodyPr/>
          <a:lstStyle/>
          <a:p>
            <a:pPr eaLnBrk="1" hangingPunct="1">
              <a:spcBef>
                <a:spcPct val="0"/>
              </a:spcBef>
            </a:pPr>
            <a:r>
              <a:rPr lang="en-US" altLang="en-US" sz="2600" b="1"/>
              <a:t>DH Group 5</a:t>
            </a:r>
            <a:r>
              <a:rPr lang="en-US" altLang="en-US" sz="2600"/>
              <a:t>: 1,536 bit prime.</a:t>
            </a:r>
          </a:p>
          <a:p>
            <a:pPr eaLnBrk="1" hangingPunct="1">
              <a:spcBef>
                <a:spcPct val="0"/>
              </a:spcBef>
            </a:pPr>
            <a:r>
              <a:rPr lang="en-US" altLang="en-US" sz="2600" b="1"/>
              <a:t>DH Group 2</a:t>
            </a:r>
            <a:r>
              <a:rPr lang="en-US" altLang="en-US" sz="2600"/>
              <a:t>: 1,024 bit prime.</a:t>
            </a:r>
          </a:p>
          <a:p>
            <a:pPr eaLnBrk="1" hangingPunct="1">
              <a:spcBef>
                <a:spcPct val="0"/>
              </a:spcBef>
            </a:pPr>
            <a:r>
              <a:rPr lang="en-US" altLang="en-US" sz="2600" b="1"/>
              <a:t>DH Group 1</a:t>
            </a:r>
            <a:r>
              <a:rPr lang="en-US" altLang="en-US" sz="2600"/>
              <a:t>: 768-bit prime.</a:t>
            </a:r>
          </a:p>
        </p:txBody>
      </p:sp>
      <p:sp>
        <p:nvSpPr>
          <p:cNvPr id="4" name="Rectangle 3">
            <a:extLst>
              <a:ext uri="{FF2B5EF4-FFF2-40B4-BE49-F238E27FC236}">
                <a16:creationId xmlns:a16="http://schemas.microsoft.com/office/drawing/2014/main" id="{18AABF56-A4B4-1973-220A-7360F7598368}"/>
              </a:ext>
            </a:extLst>
          </p:cNvPr>
          <p:cNvSpPr/>
          <p:nvPr/>
        </p:nvSpPr>
        <p:spPr>
          <a:xfrm>
            <a:off x="0" y="481013"/>
            <a:ext cx="6958013" cy="532923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r>
              <a:rPr lang="en-GB" dirty="0"/>
              <a:t>C:\&gt; </a:t>
            </a:r>
            <a:r>
              <a:rPr lang="en-GB" dirty="0" err="1"/>
              <a:t>openssl</a:t>
            </a:r>
            <a:r>
              <a:rPr lang="en-GB" dirty="0"/>
              <a:t> </a:t>
            </a:r>
            <a:r>
              <a:rPr lang="en-GB" dirty="0" err="1"/>
              <a:t>dhparam</a:t>
            </a:r>
            <a:r>
              <a:rPr lang="en-GB" dirty="0"/>
              <a:t> -out </a:t>
            </a:r>
            <a:r>
              <a:rPr lang="en-GB" dirty="0" err="1"/>
              <a:t>dhparams.pem</a:t>
            </a:r>
            <a:r>
              <a:rPr lang="en-GB" dirty="0"/>
              <a:t> 768 –text</a:t>
            </a:r>
          </a:p>
          <a:p>
            <a:pPr>
              <a:defRPr/>
            </a:pPr>
            <a:r>
              <a:rPr lang="en-GB" dirty="0"/>
              <a:t>C:\&gt; type </a:t>
            </a:r>
            <a:r>
              <a:rPr lang="en-GB" dirty="0" err="1"/>
              <a:t>dhparams.pem</a:t>
            </a:r>
            <a:endParaRPr lang="en-GB" dirty="0"/>
          </a:p>
          <a:p>
            <a:pPr>
              <a:defRPr/>
            </a:pPr>
            <a:r>
              <a:rPr lang="en-GB" dirty="0" err="1"/>
              <a:t>Diffie</a:t>
            </a:r>
            <a:r>
              <a:rPr lang="en-GB" dirty="0"/>
              <a:t>-Hellman-Parameters: (768 bit)</a:t>
            </a:r>
          </a:p>
          <a:p>
            <a:pPr>
              <a:defRPr/>
            </a:pPr>
            <a:r>
              <a:rPr lang="en-GB" dirty="0"/>
              <a:t>    prime:</a:t>
            </a:r>
          </a:p>
          <a:p>
            <a:pPr>
              <a:defRPr/>
            </a:pPr>
            <a:r>
              <a:rPr lang="en-GB" dirty="0"/>
              <a:t>        00:d0:37:c2:95:64:02:ea:12:2b:51:50:a2:84:6c:</a:t>
            </a:r>
          </a:p>
          <a:p>
            <a:pPr>
              <a:defRPr/>
            </a:pPr>
            <a:r>
              <a:rPr lang="en-GB" dirty="0"/>
              <a:t>        71:6a:3e:2c:a9:80:e2:65:b2:a5:ee:77:26:22:31:</a:t>
            </a:r>
          </a:p>
          <a:p>
            <a:pPr>
              <a:defRPr/>
            </a:pPr>
            <a:r>
              <a:rPr lang="en-GB" dirty="0"/>
              <a:t>        66:9e:fc:c8:09:94:e8:9d:f4:cd:bf:d2:37:b2:fb:</a:t>
            </a:r>
          </a:p>
          <a:p>
            <a:pPr>
              <a:defRPr/>
            </a:pPr>
            <a:r>
              <a:rPr lang="en-GB" dirty="0"/>
              <a:t>        b8:38:2c:87:28:38:dc:95:24:73:06:d3:d9:1f:af:</a:t>
            </a:r>
          </a:p>
          <a:p>
            <a:pPr>
              <a:defRPr/>
            </a:pPr>
            <a:r>
              <a:rPr lang="en-GB" dirty="0"/>
              <a:t>        78:01:10:6a:7e:56:4e:7b:ee:b4:8d:6b:4d:b5:9b:</a:t>
            </a:r>
          </a:p>
          <a:p>
            <a:pPr>
              <a:defRPr/>
            </a:pPr>
            <a:r>
              <a:rPr lang="en-GB" dirty="0"/>
              <a:t>        93:c6:f1:74:60:01:0d:96:7e:85:ca:b8:1f:f7:bc:</a:t>
            </a:r>
          </a:p>
          <a:p>
            <a:pPr>
              <a:defRPr/>
            </a:pPr>
            <a:r>
              <a:rPr lang="en-GB" dirty="0"/>
              <a:t>        43:b7:40:4d:4e:87:e3</a:t>
            </a:r>
          </a:p>
          <a:p>
            <a:pPr>
              <a:defRPr/>
            </a:pPr>
            <a:r>
              <a:rPr lang="en-GB" dirty="0"/>
              <a:t>    generator: 2 (0x2)</a:t>
            </a:r>
          </a:p>
          <a:p>
            <a:pPr>
              <a:defRPr/>
            </a:pPr>
            <a:r>
              <a:rPr lang="en-GB" dirty="0"/>
              <a:t>-----BEGIN DH PARAMETERS-----</a:t>
            </a:r>
          </a:p>
          <a:p>
            <a:pPr>
              <a:defRPr/>
            </a:pPr>
            <a:r>
              <a:rPr lang="en-GB" dirty="0"/>
              <a:t>MGYCYQDQN8KVZALqEitRUKKEbHFqPiypgOJlsqXudyYiMWae/MgJlOid9M2/0jey</a:t>
            </a:r>
          </a:p>
          <a:p>
            <a:pPr>
              <a:defRPr/>
            </a:pPr>
            <a:r>
              <a:rPr lang="en-GB" dirty="0"/>
              <a:t>+7g4LIcoONyVJHMG09kfr3gBEGp+Vk577rSNa021m5PG8XRgAQ2WfoXKuB/3vEO3</a:t>
            </a:r>
          </a:p>
          <a:p>
            <a:pPr>
              <a:defRPr/>
            </a:pPr>
            <a:r>
              <a:rPr lang="en-GB" dirty="0"/>
              <a:t>QE1Oh+MCAQI=</a:t>
            </a:r>
          </a:p>
          <a:p>
            <a:pPr>
              <a:defRPr/>
            </a:pPr>
            <a:r>
              <a:rPr lang="en-GB" dirty="0"/>
              <a:t>-----END DH PARAMETERS-----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Title 1">
            <a:extLst>
              <a:ext uri="{FF2B5EF4-FFF2-40B4-BE49-F238E27FC236}">
                <a16:creationId xmlns:a16="http://schemas.microsoft.com/office/drawing/2014/main" id="{59CCE082-76CC-10E7-957D-EC24ED046D93}"/>
              </a:ext>
            </a:extLst>
          </p:cNvPr>
          <p:cNvSpPr>
            <a:spLocks noGrp="1"/>
          </p:cNvSpPr>
          <p:nvPr>
            <p:ph type="title"/>
          </p:nvPr>
        </p:nvSpPr>
        <p:spPr>
          <a:xfrm>
            <a:off x="468313" y="2425700"/>
            <a:ext cx="5327650" cy="952500"/>
          </a:xfrm>
        </p:spPr>
        <p:txBody>
          <a:bodyPr/>
          <a:lstStyle/>
          <a:p>
            <a:pPr algn="l"/>
            <a:r>
              <a:rPr lang="en-US" altLang="en-US" b="1">
                <a:solidFill>
                  <a:srgbClr val="C00000"/>
                </a:solidFill>
              </a:rPr>
              <a:t>Key Exchange</a:t>
            </a:r>
            <a:br>
              <a:rPr lang="en-US" altLang="en-US" b="1">
                <a:solidFill>
                  <a:srgbClr val="C00000"/>
                </a:solidFill>
              </a:rPr>
            </a:br>
            <a:br>
              <a:rPr lang="en-US" altLang="en-US" b="1">
                <a:solidFill>
                  <a:srgbClr val="C00000"/>
                </a:solidFill>
              </a:rPr>
            </a:br>
            <a:r>
              <a:rPr lang="en-US" altLang="en-US" sz="2000">
                <a:solidFill>
                  <a:srgbClr val="C00000"/>
                </a:solidFill>
              </a:rPr>
              <a:t>Diffie-Hellman</a:t>
            </a:r>
            <a:br>
              <a:rPr lang="en-US" altLang="en-US" sz="2000">
                <a:solidFill>
                  <a:srgbClr val="C00000"/>
                </a:solidFill>
              </a:rPr>
            </a:br>
            <a:r>
              <a:rPr lang="en-US" altLang="en-US" sz="2000" b="1">
                <a:solidFill>
                  <a:srgbClr val="C00000"/>
                </a:solidFill>
              </a:rPr>
              <a:t>Diffie-Hellman Weaknesses</a:t>
            </a:r>
            <a:br>
              <a:rPr lang="en-US" altLang="en-US" sz="2000">
                <a:solidFill>
                  <a:srgbClr val="C00000"/>
                </a:solidFill>
              </a:rPr>
            </a:br>
            <a:r>
              <a:rPr lang="en-US" altLang="en-US" sz="2000">
                <a:solidFill>
                  <a:srgbClr val="C00000"/>
                </a:solidFill>
              </a:rPr>
              <a:t>Passing Key Using Public Key</a:t>
            </a:r>
            <a:br>
              <a:rPr lang="en-US" altLang="en-US" sz="2000" b="1">
                <a:solidFill>
                  <a:srgbClr val="C00000"/>
                </a:solidFill>
              </a:rPr>
            </a:br>
            <a:br>
              <a:rPr lang="en-US" altLang="en-US" b="1">
                <a:solidFill>
                  <a:srgbClr val="C00000"/>
                </a:solidFill>
              </a:rPr>
            </a:br>
            <a:r>
              <a:rPr lang="en-US" altLang="en-US" sz="3000" b="1"/>
              <a:t>Prof Bill Buchanan OBE</a:t>
            </a:r>
            <a:br>
              <a:rPr lang="en-US" altLang="en-US">
                <a:solidFill>
                  <a:srgbClr val="C00000"/>
                </a:solidFill>
              </a:rPr>
            </a:br>
            <a:r>
              <a:rPr lang="en-US" altLang="en-US" sz="2000">
                <a:solidFill>
                  <a:srgbClr val="C00000"/>
                </a:solidFill>
              </a:rPr>
              <a:t>http://asecuritysite.com/crypto05</a:t>
            </a:r>
            <a:br>
              <a:rPr lang="en-US" altLang="en-US" sz="2000">
                <a:solidFill>
                  <a:srgbClr val="C00000"/>
                </a:solidFill>
              </a:rPr>
            </a:br>
            <a:r>
              <a:rPr lang="en-US" altLang="en-US" sz="2000">
                <a:solidFill>
                  <a:srgbClr val="C00000"/>
                </a:solidFill>
              </a:rPr>
              <a:t>http://asecuritysite.com/encryption</a:t>
            </a:r>
            <a:br>
              <a:rPr lang="en-US" altLang="en-US" sz="2000">
                <a:solidFill>
                  <a:srgbClr val="C00000"/>
                </a:solidFill>
              </a:rPr>
            </a:br>
            <a:endParaRPr lang="en-US" altLang="en-US" sz="2000">
              <a:solidFill>
                <a:srgbClr val="C00000"/>
              </a:solidFill>
            </a:endParaRPr>
          </a:p>
        </p:txBody>
      </p:sp>
      <p:pic>
        <p:nvPicPr>
          <p:cNvPr id="40962" name="Content Placeholder 3" descr="Text, letter&#10;&#10;Description automatically generated">
            <a:extLst>
              <a:ext uri="{FF2B5EF4-FFF2-40B4-BE49-F238E27FC236}">
                <a16:creationId xmlns:a16="http://schemas.microsoft.com/office/drawing/2014/main" id="{52B04750-C197-4B05-04C6-79EE8FD0C02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787900" y="625475"/>
            <a:ext cx="3821113" cy="3771900"/>
          </a:xfr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Title 1">
            <a:extLst>
              <a:ext uri="{FF2B5EF4-FFF2-40B4-BE49-F238E27FC236}">
                <a16:creationId xmlns:a16="http://schemas.microsoft.com/office/drawing/2014/main" id="{19BBCD04-38C7-9292-2711-87FDB10EB547}"/>
              </a:ext>
            </a:extLst>
          </p:cNvPr>
          <p:cNvSpPr>
            <a:spLocks noGrp="1"/>
          </p:cNvSpPr>
          <p:nvPr>
            <p:ph type="title"/>
          </p:nvPr>
        </p:nvSpPr>
        <p:spPr>
          <a:xfrm>
            <a:off x="0" y="-225425"/>
            <a:ext cx="8229600" cy="952500"/>
          </a:xfrm>
        </p:spPr>
        <p:txBody>
          <a:bodyPr/>
          <a:lstStyle/>
          <a:p>
            <a:pPr algn="l"/>
            <a:r>
              <a:rPr lang="en-US" altLang="en-US" sz="2000" b="1">
                <a:solidFill>
                  <a:srgbClr val="C00000"/>
                </a:solidFill>
              </a:rPr>
              <a:t>Diffie-Hellman Weaknesses</a:t>
            </a:r>
          </a:p>
        </p:txBody>
      </p:sp>
      <p:sp>
        <p:nvSpPr>
          <p:cNvPr id="43010" name="Content Placeholder 2">
            <a:extLst>
              <a:ext uri="{FF2B5EF4-FFF2-40B4-BE49-F238E27FC236}">
                <a16:creationId xmlns:a16="http://schemas.microsoft.com/office/drawing/2014/main" id="{67585007-44B4-ACDD-938C-7D021B62378D}"/>
              </a:ext>
            </a:extLst>
          </p:cNvPr>
          <p:cNvSpPr>
            <a:spLocks noGrp="1"/>
          </p:cNvSpPr>
          <p:nvPr>
            <p:ph idx="1"/>
          </p:nvPr>
        </p:nvSpPr>
        <p:spPr>
          <a:xfrm>
            <a:off x="0" y="481013"/>
            <a:ext cx="9118600" cy="3771900"/>
          </a:xfrm>
        </p:spPr>
        <p:txBody>
          <a:bodyPr/>
          <a:lstStyle/>
          <a:p>
            <a:r>
              <a:rPr lang="en-US" altLang="en-US" sz="2400"/>
              <a:t>In 2015, a paper entitled </a:t>
            </a:r>
            <a:r>
              <a:rPr lang="en-US" altLang="en-US" sz="2400" i="1"/>
              <a:t>Imperfect Forward Secrecy: How Diffie-Hellman Fails in Practice</a:t>
            </a:r>
            <a:r>
              <a:rPr lang="en-US" altLang="en-US" sz="2400"/>
              <a:t> – showed that it was fairly easy to precompute on values for two popular Diffie-Hellman parameters (and which use the DHE_EXPORT cipher set). </a:t>
            </a:r>
          </a:p>
          <a:p>
            <a:r>
              <a:rPr lang="en-US" altLang="en-US" sz="2400"/>
              <a:t>The research team found that one was used as a default in the around 7% of the Top 1 million web sites and was hard coded into the Apache httpd service. Overall, at the time, it was found that over 3% of Web sites were still using the default. </a:t>
            </a:r>
          </a:p>
          <a:p>
            <a:r>
              <a:rPr lang="en-US" altLang="en-US" sz="1400"/>
              <a:t>Diffie-Hellman-Parameters: (512 bit)</a:t>
            </a:r>
            <a:endParaRPr lang="en-GB" altLang="en-US" sz="1400"/>
          </a:p>
          <a:p>
            <a:r>
              <a:rPr lang="en-US" altLang="en-US" sz="1400"/>
              <a:t>prime:</a:t>
            </a:r>
            <a:endParaRPr lang="en-GB" altLang="en-US" sz="1400"/>
          </a:p>
          <a:p>
            <a:r>
              <a:rPr lang="en-US" altLang="en-US" sz="1400"/>
              <a:t>  00:9f:db:8b:8a:00:45:44:f0:04:5f:17:37:d0:ba:</a:t>
            </a:r>
            <a:endParaRPr lang="en-GB" altLang="en-US" sz="1400"/>
          </a:p>
          <a:p>
            <a:r>
              <a:rPr lang="en-US" altLang="en-US" sz="1400"/>
              <a:t>  2e:0b:27:4c:df:1a:9f:58:82:18:fb:43:53:16:a1:</a:t>
            </a:r>
            <a:endParaRPr lang="en-GB" altLang="en-US" sz="1400"/>
          </a:p>
          <a:p>
            <a:r>
              <a:rPr lang="en-US" altLang="en-US" sz="1400"/>
              <a:t>  6e:37:41:71:fd:19:d8:d8:f3:7c:39:bf:86:3f:d6:</a:t>
            </a:r>
            <a:endParaRPr lang="en-GB" altLang="en-US" sz="1400"/>
          </a:p>
          <a:p>
            <a:r>
              <a:rPr lang="en-US" altLang="en-US" sz="1400"/>
              <a:t>  0e:3e:30:06:80:a3:03:0c:6e:4c:37:57:d0:8f:70:</a:t>
            </a:r>
            <a:endParaRPr lang="en-GB" altLang="en-US" sz="1400"/>
          </a:p>
          <a:p>
            <a:r>
              <a:rPr lang="en-US" altLang="en-US" sz="1400"/>
              <a:t>  e6:aa:87:10:33</a:t>
            </a:r>
            <a:endParaRPr lang="en-GB" altLang="en-US" sz="1400"/>
          </a:p>
          <a:p>
            <a:r>
              <a:rPr lang="en-US" altLang="en-US" sz="1400"/>
              <a:t>generator: 2 (0x2)</a:t>
            </a:r>
            <a:endParaRPr lang="en-GB" altLang="en-US" sz="1400"/>
          </a:p>
          <a:p>
            <a:endParaRPr lang="en-US" altLang="en-US" sz="280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Title 1">
            <a:extLst>
              <a:ext uri="{FF2B5EF4-FFF2-40B4-BE49-F238E27FC236}">
                <a16:creationId xmlns:a16="http://schemas.microsoft.com/office/drawing/2014/main" id="{5CF18232-2A5D-A235-C1BE-5F835BB83EF6}"/>
              </a:ext>
            </a:extLst>
          </p:cNvPr>
          <p:cNvSpPr>
            <a:spLocks noGrp="1"/>
          </p:cNvSpPr>
          <p:nvPr>
            <p:ph type="title"/>
          </p:nvPr>
        </p:nvSpPr>
        <p:spPr/>
        <p:txBody>
          <a:bodyPr/>
          <a:lstStyle/>
          <a:p>
            <a:pPr eaLnBrk="1" hangingPunct="1"/>
            <a:endParaRPr lang="en-GB" altLang="en-US"/>
          </a:p>
        </p:txBody>
      </p:sp>
      <p:sp>
        <p:nvSpPr>
          <p:cNvPr id="45058" name="Content Placeholder 2">
            <a:extLst>
              <a:ext uri="{FF2B5EF4-FFF2-40B4-BE49-F238E27FC236}">
                <a16:creationId xmlns:a16="http://schemas.microsoft.com/office/drawing/2014/main" id="{AF01E772-8BE8-57D6-AB00-951B5A082C12}"/>
              </a:ext>
            </a:extLst>
          </p:cNvPr>
          <p:cNvSpPr>
            <a:spLocks noGrp="1"/>
          </p:cNvSpPr>
          <p:nvPr>
            <p:ph idx="1"/>
          </p:nvPr>
        </p:nvSpPr>
        <p:spPr/>
        <p:txBody>
          <a:bodyPr/>
          <a:lstStyle/>
          <a:p>
            <a:pPr eaLnBrk="1" hangingPunct="1"/>
            <a:endParaRPr lang="en-GB" altLang="en-US"/>
          </a:p>
        </p:txBody>
      </p:sp>
      <p:pic>
        <p:nvPicPr>
          <p:cNvPr id="45059" name="Picture 5">
            <a:extLst>
              <a:ext uri="{FF2B5EF4-FFF2-40B4-BE49-F238E27FC236}">
                <a16:creationId xmlns:a16="http://schemas.microsoft.com/office/drawing/2014/main" id="{B715A533-021F-0933-58CA-D785B3A497E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811213"/>
            <a:ext cx="9144000" cy="4090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5060" name="Title 1">
            <a:extLst>
              <a:ext uri="{FF2B5EF4-FFF2-40B4-BE49-F238E27FC236}">
                <a16:creationId xmlns:a16="http://schemas.microsoft.com/office/drawing/2014/main" id="{1734EC6D-02B5-108C-5161-316240CD4AB6}"/>
              </a:ext>
            </a:extLst>
          </p:cNvPr>
          <p:cNvSpPr txBox="1">
            <a:spLocks/>
          </p:cNvSpPr>
          <p:nvPr/>
        </p:nvSpPr>
        <p:spPr bwMode="auto">
          <a:xfrm>
            <a:off x="-31750" y="-204788"/>
            <a:ext cx="8229600" cy="952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solidFill>
                  <a:srgbClr val="C00000"/>
                </a:solidFill>
              </a:rPr>
              <a:t>Eve-in-the-middle</a:t>
            </a:r>
          </a:p>
        </p:txBody>
      </p:sp>
    </p:spTree>
    <p:custDataLst>
      <p:tags r:id="rId1"/>
    </p:custDataLst>
  </p:cSld>
  <p:clrMapOvr>
    <a:masterClrMapping/>
  </p:clrMapOvr>
  <p:transition spd="med">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itle 1">
            <a:extLst>
              <a:ext uri="{FF2B5EF4-FFF2-40B4-BE49-F238E27FC236}">
                <a16:creationId xmlns:a16="http://schemas.microsoft.com/office/drawing/2014/main" id="{0E033EB6-7D9F-A29A-7560-480956232409}"/>
              </a:ext>
            </a:extLst>
          </p:cNvPr>
          <p:cNvSpPr>
            <a:spLocks noGrp="1"/>
          </p:cNvSpPr>
          <p:nvPr>
            <p:ph type="title"/>
          </p:nvPr>
        </p:nvSpPr>
        <p:spPr>
          <a:xfrm>
            <a:off x="468313" y="2425700"/>
            <a:ext cx="5327650" cy="952500"/>
          </a:xfrm>
        </p:spPr>
        <p:txBody>
          <a:bodyPr/>
          <a:lstStyle/>
          <a:p>
            <a:pPr algn="l"/>
            <a:r>
              <a:rPr lang="en-US" altLang="en-US" b="1">
                <a:solidFill>
                  <a:srgbClr val="C00000"/>
                </a:solidFill>
              </a:rPr>
              <a:t>Key Exchange</a:t>
            </a:r>
            <a:br>
              <a:rPr lang="en-US" altLang="en-US" b="1">
                <a:solidFill>
                  <a:srgbClr val="C00000"/>
                </a:solidFill>
              </a:rPr>
            </a:br>
            <a:br>
              <a:rPr lang="en-US" altLang="en-US" b="1">
                <a:solidFill>
                  <a:srgbClr val="C00000"/>
                </a:solidFill>
              </a:rPr>
            </a:br>
            <a:r>
              <a:rPr lang="en-US" altLang="en-US" sz="2000">
                <a:solidFill>
                  <a:srgbClr val="C00000"/>
                </a:solidFill>
              </a:rPr>
              <a:t>Diffie-Hellman</a:t>
            </a:r>
            <a:br>
              <a:rPr lang="en-US" altLang="en-US" sz="2000">
                <a:solidFill>
                  <a:srgbClr val="C00000"/>
                </a:solidFill>
              </a:rPr>
            </a:br>
            <a:r>
              <a:rPr lang="en-US" altLang="en-US" sz="2000">
                <a:solidFill>
                  <a:srgbClr val="C00000"/>
                </a:solidFill>
              </a:rPr>
              <a:t>Diffie-Hellman Weaknesses</a:t>
            </a:r>
            <a:br>
              <a:rPr lang="en-US" altLang="en-US" sz="2000">
                <a:solidFill>
                  <a:srgbClr val="C00000"/>
                </a:solidFill>
              </a:rPr>
            </a:br>
            <a:r>
              <a:rPr lang="en-US" altLang="en-US" sz="2000" b="1">
                <a:solidFill>
                  <a:srgbClr val="C00000"/>
                </a:solidFill>
              </a:rPr>
              <a:t>Passing Key Using Public Key</a:t>
            </a:r>
            <a:br>
              <a:rPr lang="en-US" altLang="en-US" sz="2000" b="1">
                <a:solidFill>
                  <a:srgbClr val="C00000"/>
                </a:solidFill>
              </a:rPr>
            </a:br>
            <a:br>
              <a:rPr lang="en-US" altLang="en-US" b="1">
                <a:solidFill>
                  <a:srgbClr val="C00000"/>
                </a:solidFill>
              </a:rPr>
            </a:br>
            <a:r>
              <a:rPr lang="en-US" altLang="en-US" sz="3000" b="1"/>
              <a:t>Prof Bill Buchanan OBE</a:t>
            </a:r>
            <a:br>
              <a:rPr lang="en-US" altLang="en-US">
                <a:solidFill>
                  <a:srgbClr val="C00000"/>
                </a:solidFill>
              </a:rPr>
            </a:br>
            <a:r>
              <a:rPr lang="en-US" altLang="en-US" sz="2000">
                <a:solidFill>
                  <a:srgbClr val="C00000"/>
                </a:solidFill>
              </a:rPr>
              <a:t>https://asecuritysite.com/dh</a:t>
            </a:r>
            <a:br>
              <a:rPr lang="en-US" altLang="en-US" sz="2000">
                <a:solidFill>
                  <a:srgbClr val="C00000"/>
                </a:solidFill>
              </a:rPr>
            </a:br>
            <a:r>
              <a:rPr lang="en-US" altLang="en-US" sz="2000">
                <a:solidFill>
                  <a:srgbClr val="C00000"/>
                </a:solidFill>
              </a:rPr>
              <a:t>https://asecuritysite.com/ecdh</a:t>
            </a:r>
          </a:p>
        </p:txBody>
      </p:sp>
      <p:pic>
        <p:nvPicPr>
          <p:cNvPr id="47106" name="Content Placeholder 3" descr="Text, letter&#10;&#10;Description automatically generated">
            <a:extLst>
              <a:ext uri="{FF2B5EF4-FFF2-40B4-BE49-F238E27FC236}">
                <a16:creationId xmlns:a16="http://schemas.microsoft.com/office/drawing/2014/main" id="{BAD35378-72FE-28F1-EC72-A3D6E618E8CB}"/>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4787900" y="625475"/>
            <a:ext cx="3821113" cy="3771900"/>
          </a:xfr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itle 1">
            <a:extLst>
              <a:ext uri="{FF2B5EF4-FFF2-40B4-BE49-F238E27FC236}">
                <a16:creationId xmlns:a16="http://schemas.microsoft.com/office/drawing/2014/main" id="{9B57103B-DABF-6FB9-FB84-F911EC42968C}"/>
              </a:ext>
            </a:extLst>
          </p:cNvPr>
          <p:cNvSpPr>
            <a:spLocks noGrp="1"/>
          </p:cNvSpPr>
          <p:nvPr>
            <p:ph type="title"/>
          </p:nvPr>
        </p:nvSpPr>
        <p:spPr/>
        <p:txBody>
          <a:bodyPr/>
          <a:lstStyle/>
          <a:p>
            <a:endParaRPr lang="en-US" altLang="en-US"/>
          </a:p>
        </p:txBody>
      </p:sp>
      <p:sp>
        <p:nvSpPr>
          <p:cNvPr id="49154" name="Content Placeholder 2">
            <a:extLst>
              <a:ext uri="{FF2B5EF4-FFF2-40B4-BE49-F238E27FC236}">
                <a16:creationId xmlns:a16="http://schemas.microsoft.com/office/drawing/2014/main" id="{DF30DBA9-9CB8-3F8C-B94F-78FD3EF56AC1}"/>
              </a:ext>
            </a:extLst>
          </p:cNvPr>
          <p:cNvSpPr>
            <a:spLocks noGrp="1"/>
          </p:cNvSpPr>
          <p:nvPr>
            <p:ph idx="1"/>
          </p:nvPr>
        </p:nvSpPr>
        <p:spPr/>
        <p:txBody>
          <a:bodyPr/>
          <a:lstStyle/>
          <a:p>
            <a:endParaRPr lang="en-US" altLang="en-US"/>
          </a:p>
        </p:txBody>
      </p:sp>
      <p:sp>
        <p:nvSpPr>
          <p:cNvPr id="49155" name="Rectangle 2">
            <a:extLst>
              <a:ext uri="{FF2B5EF4-FFF2-40B4-BE49-F238E27FC236}">
                <a16:creationId xmlns:a16="http://schemas.microsoft.com/office/drawing/2014/main" id="{BC356717-97C0-B5EA-13A0-AB36CA3999A4}"/>
              </a:ext>
            </a:extLst>
          </p:cNvPr>
          <p:cNvSpPr>
            <a:spLocks noChangeArrowheads="1"/>
          </p:cNvSpPr>
          <p:nvPr/>
        </p:nvSpPr>
        <p:spPr bwMode="auto">
          <a:xfrm>
            <a:off x="611188" y="490538"/>
            <a:ext cx="12823825"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49156" name="Title 1">
            <a:extLst>
              <a:ext uri="{FF2B5EF4-FFF2-40B4-BE49-F238E27FC236}">
                <a16:creationId xmlns:a16="http://schemas.microsoft.com/office/drawing/2014/main" id="{7D3136DF-F100-3208-F6C0-690A57D9D18A}"/>
              </a:ext>
            </a:extLst>
          </p:cNvPr>
          <p:cNvSpPr txBox="1">
            <a:spLocks/>
          </p:cNvSpPr>
          <p:nvPr/>
        </p:nvSpPr>
        <p:spPr bwMode="auto">
          <a:xfrm>
            <a:off x="-31750" y="-204788"/>
            <a:ext cx="8229600" cy="952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solidFill>
                  <a:srgbClr val="C00000"/>
                </a:solidFill>
              </a:rPr>
              <a:t>Key Exchange with Public Key</a:t>
            </a:r>
          </a:p>
        </p:txBody>
      </p:sp>
      <p:pic>
        <p:nvPicPr>
          <p:cNvPr id="49157" name="Picture 7">
            <a:extLst>
              <a:ext uri="{FF2B5EF4-FFF2-40B4-BE49-F238E27FC236}">
                <a16:creationId xmlns:a16="http://schemas.microsoft.com/office/drawing/2014/main" id="{4EC89164-7844-0199-747F-FF857B6015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458788"/>
            <a:ext cx="9144000"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itle 1">
            <a:extLst>
              <a:ext uri="{FF2B5EF4-FFF2-40B4-BE49-F238E27FC236}">
                <a16:creationId xmlns:a16="http://schemas.microsoft.com/office/drawing/2014/main" id="{3D253A9B-A8A5-34F4-4C12-1E73AE073661}"/>
              </a:ext>
            </a:extLst>
          </p:cNvPr>
          <p:cNvSpPr>
            <a:spLocks noGrp="1"/>
          </p:cNvSpPr>
          <p:nvPr>
            <p:ph type="title"/>
          </p:nvPr>
        </p:nvSpPr>
        <p:spPr/>
        <p:txBody>
          <a:bodyPr/>
          <a:lstStyle/>
          <a:p>
            <a:endParaRPr lang="en-US" altLang="en-US"/>
          </a:p>
        </p:txBody>
      </p:sp>
      <p:sp>
        <p:nvSpPr>
          <p:cNvPr id="51202" name="Content Placeholder 2">
            <a:extLst>
              <a:ext uri="{FF2B5EF4-FFF2-40B4-BE49-F238E27FC236}">
                <a16:creationId xmlns:a16="http://schemas.microsoft.com/office/drawing/2014/main" id="{59FE901C-F42E-C234-C716-04BE1F83D9AC}"/>
              </a:ext>
            </a:extLst>
          </p:cNvPr>
          <p:cNvSpPr>
            <a:spLocks noGrp="1"/>
          </p:cNvSpPr>
          <p:nvPr>
            <p:ph idx="1"/>
          </p:nvPr>
        </p:nvSpPr>
        <p:spPr/>
        <p:txBody>
          <a:bodyPr/>
          <a:lstStyle/>
          <a:p>
            <a:endParaRPr lang="en-US" altLang="en-US"/>
          </a:p>
        </p:txBody>
      </p:sp>
      <p:sp>
        <p:nvSpPr>
          <p:cNvPr id="51203" name="Rectangle 2">
            <a:extLst>
              <a:ext uri="{FF2B5EF4-FFF2-40B4-BE49-F238E27FC236}">
                <a16:creationId xmlns:a16="http://schemas.microsoft.com/office/drawing/2014/main" id="{6F65A24F-389E-CD89-E930-6AD73D8334BA}"/>
              </a:ext>
            </a:extLst>
          </p:cNvPr>
          <p:cNvSpPr>
            <a:spLocks noChangeArrowheads="1"/>
          </p:cNvSpPr>
          <p:nvPr/>
        </p:nvSpPr>
        <p:spPr bwMode="auto">
          <a:xfrm>
            <a:off x="611188" y="490538"/>
            <a:ext cx="12823825" cy="4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endParaRPr lang="en-US" altLang="en-US" sz="1800"/>
          </a:p>
        </p:txBody>
      </p:sp>
      <p:sp>
        <p:nvSpPr>
          <p:cNvPr id="51204" name="Title 1">
            <a:extLst>
              <a:ext uri="{FF2B5EF4-FFF2-40B4-BE49-F238E27FC236}">
                <a16:creationId xmlns:a16="http://schemas.microsoft.com/office/drawing/2014/main" id="{22A611D0-6D29-A491-9DD9-152C861C3FDE}"/>
              </a:ext>
            </a:extLst>
          </p:cNvPr>
          <p:cNvSpPr txBox="1">
            <a:spLocks/>
          </p:cNvSpPr>
          <p:nvPr/>
        </p:nvSpPr>
        <p:spPr bwMode="auto">
          <a:xfrm>
            <a:off x="-31750" y="-204788"/>
            <a:ext cx="8229600" cy="9525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solidFill>
                  <a:srgbClr val="C00000"/>
                </a:solidFill>
              </a:rPr>
              <a:t>Key Exchange and Digital Signatures</a:t>
            </a:r>
          </a:p>
        </p:txBody>
      </p:sp>
      <p:pic>
        <p:nvPicPr>
          <p:cNvPr id="51205" name="Picture 2">
            <a:extLst>
              <a:ext uri="{FF2B5EF4-FFF2-40B4-BE49-F238E27FC236}">
                <a16:creationId xmlns:a16="http://schemas.microsoft.com/office/drawing/2014/main" id="{24C0852F-4757-34BC-1FCD-9C338112856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50913" y="619125"/>
            <a:ext cx="6775450" cy="5160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itle 1">
            <a:extLst>
              <a:ext uri="{FF2B5EF4-FFF2-40B4-BE49-F238E27FC236}">
                <a16:creationId xmlns:a16="http://schemas.microsoft.com/office/drawing/2014/main" id="{4C4449FA-1D97-A153-1845-17DE1BE4A973}"/>
              </a:ext>
            </a:extLst>
          </p:cNvPr>
          <p:cNvSpPr>
            <a:spLocks noGrp="1"/>
          </p:cNvSpPr>
          <p:nvPr>
            <p:ph type="title"/>
          </p:nvPr>
        </p:nvSpPr>
        <p:spPr>
          <a:xfrm>
            <a:off x="468313" y="2425700"/>
            <a:ext cx="5327650" cy="952500"/>
          </a:xfrm>
        </p:spPr>
        <p:txBody>
          <a:bodyPr/>
          <a:lstStyle/>
          <a:p>
            <a:pPr algn="l"/>
            <a:r>
              <a:rPr lang="en-US" altLang="en-US" b="1">
                <a:solidFill>
                  <a:srgbClr val="C00000"/>
                </a:solidFill>
              </a:rPr>
              <a:t>Key Exchange</a:t>
            </a:r>
            <a:br>
              <a:rPr lang="en-US" altLang="en-US" b="1">
                <a:solidFill>
                  <a:srgbClr val="C00000"/>
                </a:solidFill>
              </a:rPr>
            </a:br>
            <a:br>
              <a:rPr lang="en-US" altLang="en-US" b="1">
                <a:solidFill>
                  <a:srgbClr val="C00000"/>
                </a:solidFill>
              </a:rPr>
            </a:br>
            <a:r>
              <a:rPr lang="en-US" altLang="en-US" sz="2000">
                <a:solidFill>
                  <a:srgbClr val="C00000"/>
                </a:solidFill>
              </a:rPr>
              <a:t>Diffie-Hellman</a:t>
            </a:r>
            <a:br>
              <a:rPr lang="en-US" altLang="en-US" sz="2000">
                <a:solidFill>
                  <a:srgbClr val="C00000"/>
                </a:solidFill>
              </a:rPr>
            </a:br>
            <a:r>
              <a:rPr lang="en-US" altLang="en-US" sz="2000">
                <a:solidFill>
                  <a:srgbClr val="C00000"/>
                </a:solidFill>
              </a:rPr>
              <a:t>Diffie-Hellman Weaknesses</a:t>
            </a:r>
            <a:br>
              <a:rPr lang="en-US" altLang="en-US" sz="2000">
                <a:solidFill>
                  <a:srgbClr val="C00000"/>
                </a:solidFill>
              </a:rPr>
            </a:br>
            <a:r>
              <a:rPr lang="en-US" altLang="en-US" sz="2000">
                <a:solidFill>
                  <a:srgbClr val="C00000"/>
                </a:solidFill>
              </a:rPr>
              <a:t>Passing Key Using Public Key</a:t>
            </a:r>
            <a:br>
              <a:rPr lang="en-US" altLang="en-US" sz="2000" b="1">
                <a:solidFill>
                  <a:srgbClr val="C00000"/>
                </a:solidFill>
              </a:rPr>
            </a:br>
            <a:br>
              <a:rPr lang="en-US" altLang="en-US" b="1">
                <a:solidFill>
                  <a:srgbClr val="C00000"/>
                </a:solidFill>
              </a:rPr>
            </a:br>
            <a:r>
              <a:rPr lang="en-US" altLang="en-US" sz="3000" b="1"/>
              <a:t>Prof Bill Buchanan OBE</a:t>
            </a:r>
            <a:br>
              <a:rPr lang="en-US" altLang="en-US">
                <a:solidFill>
                  <a:srgbClr val="C00000"/>
                </a:solidFill>
              </a:rPr>
            </a:br>
            <a:r>
              <a:rPr lang="en-US" altLang="en-US" sz="2000">
                <a:solidFill>
                  <a:srgbClr val="C00000"/>
                </a:solidFill>
              </a:rPr>
              <a:t>https://asecuritysite.com/dh</a:t>
            </a:r>
            <a:br>
              <a:rPr lang="en-US" altLang="en-US" sz="2000">
                <a:solidFill>
                  <a:srgbClr val="C00000"/>
                </a:solidFill>
              </a:rPr>
            </a:br>
            <a:r>
              <a:rPr lang="en-US" altLang="en-US" sz="2000">
                <a:solidFill>
                  <a:srgbClr val="C00000"/>
                </a:solidFill>
              </a:rPr>
              <a:t>https://asecuritysite.com/ecdh</a:t>
            </a:r>
            <a:br>
              <a:rPr lang="en-US" altLang="en-US" sz="2000">
                <a:solidFill>
                  <a:srgbClr val="C00000"/>
                </a:solidFill>
              </a:rPr>
            </a:br>
            <a:endParaRPr lang="en-US" altLang="en-US" sz="2000">
              <a:solidFill>
                <a:srgbClr val="C00000"/>
              </a:solidFill>
            </a:endParaRPr>
          </a:p>
        </p:txBody>
      </p:sp>
      <p:pic>
        <p:nvPicPr>
          <p:cNvPr id="53250" name="Content Placeholder 3" descr="Text, letter&#10;&#10;Description automatically generated">
            <a:extLst>
              <a:ext uri="{FF2B5EF4-FFF2-40B4-BE49-F238E27FC236}">
                <a16:creationId xmlns:a16="http://schemas.microsoft.com/office/drawing/2014/main" id="{79DBFCA6-0243-8E8D-148E-0E1909F18C0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787900" y="625475"/>
            <a:ext cx="3821113" cy="3771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SHOWBARVISIBLE" val="True"/>
  <p:tag name="CSVFORMAT" val="0"/>
  <p:tag name="COUNTDOWNSTYLE" val="-1"/>
  <p:tag name="COUNTDOWNSECONDS" val="10"/>
  <p:tag name="BACKUPSESSIONS" val="True"/>
  <p:tag name="REVIEWONLY" val="False"/>
  <p:tag name="RACEENDPOINTS" val="100"/>
  <p:tag name="PARTICIPANTSINLEADERBOARD" val="5"/>
  <p:tag name="BUBBLESIZEVISIBLE" val="True"/>
  <p:tag name="CUSTOMGRIDBACKCOLOR" val="-722948"/>
  <p:tag name="CUSTOMCELLBACKCOLOR3" val="-268652"/>
  <p:tag name="DISPLAYDEVICENUMBER" val="True"/>
  <p:tag name="AUTOSIZEGRID" val="True"/>
  <p:tag name="POLLINGCYCLE" val="2"/>
  <p:tag name="INCLUDENONRESPONDERS" val="False"/>
  <p:tag name="CORRECTPOINTVALUE" val="1"/>
  <p:tag name="ZEROBASED" val="False"/>
  <p:tag name="FIBDISPLAYRESULTS" val="True"/>
  <p:tag name="PRRESPONSE1" val="10"/>
  <p:tag name="PRRESPONSE5" val="6"/>
  <p:tag name="PRRESPONSE9" val="2"/>
  <p:tag name="USESECONDARYMONITOR" val="True"/>
  <p:tag name="ANSWERNOWTEXT" val="Answer Now"/>
  <p:tag name="INPUTSOURCE" val="1"/>
  <p:tag name="CHARTVALUEFORMAT" val="0%"/>
  <p:tag name="STDCHART" val="1"/>
  <p:tag name="TEAMSINLEADERBOARD" val="5"/>
  <p:tag name="BUBBLEGROUPING" val="3"/>
  <p:tag name="CUSTOMCELLBACKCOLOR2" val="-13395457"/>
  <p:tag name="DISPLAYDEVICEID" val="True"/>
  <p:tag name="GRIDPOSITION" val="1"/>
  <p:tag name="RESETCHARTS" val="True"/>
  <p:tag name="INCORRECTPOINTVALUE" val="0"/>
  <p:tag name="CHARTSCALE" val="True"/>
  <p:tag name="FIBDISPLAYKEYWORDS" val="True"/>
  <p:tag name="PRRESPONSE6" val="5"/>
  <p:tag name="SHOWFLASHWARNING" val="True"/>
  <p:tag name="RESPCOUNTERSTYLE" val="-1"/>
  <p:tag name="ALLOWDUPLICATES" val="False"/>
  <p:tag name="AUTOUPDATEALIASES" val="True"/>
  <p:tag name="MAXRESPONDERS" val="5"/>
  <p:tag name="CUSTOMCELLFORECOLOR" val="-16777216"/>
  <p:tag name="DISPLAYNAME" val="True"/>
  <p:tag name="GRIDFONTSIZE" val="12"/>
  <p:tag name="INCLUDEPPT" val="True"/>
  <p:tag name="AUTOADJUSTPARTRANGE" val="True"/>
  <p:tag name="PRRESPONSE2" val="9"/>
  <p:tag name="PRRESPONSE8" val="3"/>
  <p:tag name="POWERPOINTVERSION" val="14.0"/>
  <p:tag name="RESPCOUNTERFORMAT" val="0"/>
  <p:tag name="AUTOADVANCE" val="False"/>
  <p:tag name="SKIPREMAININGRACESLIDES" val="True"/>
  <p:tag name="CUSTOMCELLBACKCOLOR1" val="-657956"/>
  <p:tag name="GRIDROTATIONINTERVAL" val="2"/>
  <p:tag name="MULTIRESPDIVISOR" val="1"/>
  <p:tag name="ADVANCEDSETTINGSVIEW" val="False"/>
  <p:tag name="PRRESPONSE4" val="7"/>
  <p:tag name="TPVERSION" val="2008"/>
  <p:tag name="RESPTABLESTYLE" val="-1"/>
  <p:tag name="RACERSMAXDISPLAYED" val="5"/>
  <p:tag name="DEFAULTNUMTEAMS" val="5"/>
  <p:tag name="GRIDSIZE" val="{Width=800, Height=600}"/>
  <p:tag name="REALTIMEBACKUP" val="False"/>
  <p:tag name="PRRESPONSE3" val="8"/>
  <p:tag name="SAVECSVWITHSESSION" val="True"/>
  <p:tag name="BACKUPMAINTENANCE" val="7"/>
  <p:tag name="BUBBLEVALUEFORMAT" val="0.0"/>
  <p:tag name="CHARTCOLORS" val="0"/>
  <p:tag name="FIBNUMRESULTS" val="5"/>
  <p:tag name="ALWAYSOPENPOLL" val="False"/>
  <p:tag name="ROTATIONINTERVAL" val="2"/>
  <p:tag name="USESCHEMECOLORS" val="True"/>
  <p:tag name="REALTIMEBACKUPPATH" val="(None)"/>
  <p:tag name="BULLETTYPE" val="3"/>
  <p:tag name="BUBBLENAMEVISIBLE" val="True"/>
  <p:tag name="ALLOWUSERFEEDBACK" val="True"/>
  <p:tag name="ANSWERNOWSTYLE" val="-1"/>
  <p:tag name="GRIDOPACITY" val="90"/>
  <p:tag name="PRRESPONSE10" val="1"/>
  <p:tag name="CHARTLABELS" val="1"/>
  <p:tag name="RACEANIMATIONSPEED" val="3"/>
  <p:tag name="NUMRESPONSES" val="1"/>
  <p:tag name="CUSTOMCELLBACKCOLOR4" val="-8355712"/>
  <p:tag name="PRRESPONSE7" val="4"/>
  <p:tag name="FIBINCLUDEOTHER" val="True"/>
  <p:tag name="DELIMITERS" val="3.1"/>
  <p:tag name="EXPANDSHOWBAR" val="True"/>
  <p:tag name="TASKPANEKEY" val="dafbef08-a348-49d7-bea5-b86f92686b8d"/>
  <p:tag name="TPFULLVERSION" val="4.3.2.1178"/>
</p:tagLst>
</file>

<file path=ppt/tags/tag2.xml><?xml version="1.0" encoding="utf-8"?>
<p:tagLst xmlns:a="http://schemas.openxmlformats.org/drawingml/2006/main" xmlns:r="http://schemas.openxmlformats.org/officeDocument/2006/relationships" xmlns:p="http://schemas.openxmlformats.org/presentationml/2006/main">
  <p:tag name="NOPREFERENCE" val="False"/>
</p:tagLst>
</file>

<file path=ppt/tags/tag3.xml><?xml version="1.0" encoding="utf-8"?>
<p:tagLst xmlns:a="http://schemas.openxmlformats.org/drawingml/2006/main" xmlns:r="http://schemas.openxmlformats.org/officeDocument/2006/relationships" xmlns:p="http://schemas.openxmlformats.org/presentationml/2006/main">
  <p:tag name="NOPREFERENCE" val="False"/>
</p:tagLst>
</file>

<file path=ppt/tags/tag4.xml><?xml version="1.0" encoding="utf-8"?>
<p:tagLst xmlns:a="http://schemas.openxmlformats.org/drawingml/2006/main" xmlns:r="http://schemas.openxmlformats.org/officeDocument/2006/relationships" xmlns:p="http://schemas.openxmlformats.org/presentationml/2006/main">
  <p:tag name="NOPREFERENCE" val="False"/>
</p:tagLst>
</file>

<file path=ppt/tags/tag5.xml><?xml version="1.0" encoding="utf-8"?>
<p:tagLst xmlns:a="http://schemas.openxmlformats.org/drawingml/2006/main" xmlns:r="http://schemas.openxmlformats.org/officeDocument/2006/relationships" xmlns:p="http://schemas.openxmlformats.org/presentationml/2006/main">
  <p:tag name="NOPREFERENCE" val="False"/>
</p:tagLst>
</file>

<file path=ppt/tags/tag6.xml><?xml version="1.0" encoding="utf-8"?>
<p:tagLst xmlns:a="http://schemas.openxmlformats.org/drawingml/2006/main" xmlns:r="http://schemas.openxmlformats.org/officeDocument/2006/relationships" xmlns:p="http://schemas.openxmlformats.org/presentationml/2006/main">
  <p:tag name="DELIMITERS" val="3.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8239</TotalTime>
  <Words>743</Words>
  <Application>Microsoft Macintosh PowerPoint</Application>
  <PresentationFormat>On-screen Show (16:10)</PresentationFormat>
  <Paragraphs>63</Paragraphs>
  <Slides>20</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Calibri</vt:lpstr>
      <vt:lpstr>Arial</vt:lpstr>
      <vt:lpstr>Office Theme</vt:lpstr>
      <vt:lpstr>Key Exchange  Diffie-Hellman Diffie-Hellman Weaknesses Passing Key Using Public Key  Prof Bill Buchanan OBE https://asecuritysite.com/dh https://asecuritysite.com/ecdh </vt:lpstr>
      <vt:lpstr>PowerPoint Presentation</vt:lpstr>
      <vt:lpstr>PowerPoint Presentation</vt:lpstr>
      <vt:lpstr>Key Exchange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Diffie-Hellman Generator</vt:lpstr>
      <vt:lpstr>Diffie-Hellman Generation</vt:lpstr>
      <vt:lpstr>Key Exchange  Diffie-Hellman Diffie-Hellman Weaknesses Passing Key Using Public Key  Prof Bill Buchanan OBE http://asecuritysite.com/crypto05 http://asecuritysite.com/encryption </vt:lpstr>
      <vt:lpstr>Diffie-Hellman Weaknesses</vt:lpstr>
      <vt:lpstr>PowerPoint Presentation</vt:lpstr>
      <vt:lpstr>Key Exchange  Diffie-Hellman Diffie-Hellman Weaknesses Passing Key Using Public Key  Prof Bill Buchanan OBE https://asecuritysite.com/dh https://asecuritysite.com/ecdh</vt:lpstr>
      <vt:lpstr>PowerPoint Presentation</vt:lpstr>
      <vt:lpstr>PowerPoint Presentation</vt:lpstr>
      <vt:lpstr>Key Exchange  Diffie-Hellman Diffie-Hellman Weaknesses Passing Key Using Public Key  Prof Bill Buchanan OBE https://asecuritysite.com/dh https://asecuritysite.com/ecdh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edinsiaf</dc:creator>
  <cp:lastModifiedBy>Buchanan, Bill</cp:lastModifiedBy>
  <cp:revision>157</cp:revision>
  <cp:lastPrinted>2017-10-09T13:29:52Z</cp:lastPrinted>
  <dcterms:created xsi:type="dcterms:W3CDTF">2012-09-04T19:54:08Z</dcterms:created>
  <dcterms:modified xsi:type="dcterms:W3CDTF">2026-10-15T05:28:32Z</dcterms:modified>
</cp:coreProperties>
</file>